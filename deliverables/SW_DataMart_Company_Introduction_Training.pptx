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0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63e825ff0e4e2c" /><Relationship Type="http://schemas.openxmlformats.org/officeDocument/2006/relationships/extended-properties" Target="/docProps/app.xml" Id="Rd956cc69db584fe6" /><Relationship Type="http://schemas.openxmlformats.org/officeDocument/2006/relationships/officeDocument" Target="/ppt/presentation.xml" Id="Ra6e9ebb4695b45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d3d0f24fcb4eb1"/>
    <p:sldMasterId xmlns:r="http://schemas.openxmlformats.org/officeDocument/2006/relationships" id="2147483652" r:id="R1d7c1677282a4e36"/>
    <p:sldMasterId xmlns:r="http://schemas.openxmlformats.org/officeDocument/2006/relationships" id="2147483654" r:id="R817d583db55d42ad"/>
    <p:sldMasterId xmlns:r="http://schemas.openxmlformats.org/officeDocument/2006/relationships" id="2147483656" r:id="Reca9127728de4991"/>
    <p:sldMasterId xmlns:r="http://schemas.openxmlformats.org/officeDocument/2006/relationships" id="2147483659" r:id="R94a822ac4ea94a46"/>
    <p:sldMasterId xmlns:r="http://schemas.openxmlformats.org/officeDocument/2006/relationships" id="2147483664" r:id="R194b55e68b454a71"/>
    <p:sldMasterId xmlns:r="http://schemas.openxmlformats.org/officeDocument/2006/relationships" id="2147483667" r:id="R276afb15ef5e46ae"/>
    <p:sldMasterId xmlns:r="http://schemas.openxmlformats.org/officeDocument/2006/relationships" id="2147483670" r:id="R1c0d204d68c743fc"/>
  </p:sldMasterIdLst>
  <p:notesMasterIdLst>
    <p:notesMasterId xmlns:r="http://schemas.openxmlformats.org/officeDocument/2006/relationships" r:id="R7cf30bbb688a4584"/>
  </p:notesMasterIdLst>
  <p:sldIdLst>
    <p:sldId xmlns:r="http://schemas.openxmlformats.org/officeDocument/2006/relationships" id="256" r:id="R7d9915ce9c404f31"/>
    <p:sldId xmlns:r="http://schemas.openxmlformats.org/officeDocument/2006/relationships" id="257" r:id="R52f1bd9a197c4257"/>
    <p:sldId xmlns:r="http://schemas.openxmlformats.org/officeDocument/2006/relationships" id="258" r:id="R2e8f5402c1814a53"/>
    <p:sldId xmlns:r="http://schemas.openxmlformats.org/officeDocument/2006/relationships" id="259" r:id="Rbbd491bcc40c4d5f"/>
    <p:sldId xmlns:r="http://schemas.openxmlformats.org/officeDocument/2006/relationships" id="260" r:id="Rf6d91a42d118415b"/>
    <p:sldId xmlns:r="http://schemas.openxmlformats.org/officeDocument/2006/relationships" id="261" r:id="Rc7f7a3f9280d43cf"/>
    <p:sldId xmlns:r="http://schemas.openxmlformats.org/officeDocument/2006/relationships" id="262" r:id="R37517e36814a4f3d"/>
    <p:sldId xmlns:r="http://schemas.openxmlformats.org/officeDocument/2006/relationships" id="263" r:id="Rbdeaa54378044fdc"/>
    <p:sldId xmlns:r="http://schemas.openxmlformats.org/officeDocument/2006/relationships" id="264" r:id="Rb796204536ef4e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cde75f6dd94a1b" /><Relationship Type="http://schemas.openxmlformats.org/officeDocument/2006/relationships/slideMaster" Target="/ppt/slideMasters/slideMaster1.xml" Id="R96d3d0f24fcb4eb1" /><Relationship Type="http://schemas.openxmlformats.org/officeDocument/2006/relationships/slideMaster" Target="/ppt/slideMasters/slideMaster2.xml" Id="R1d7c1677282a4e36" /><Relationship Type="http://schemas.openxmlformats.org/officeDocument/2006/relationships/slideMaster" Target="/ppt/slideMasters/slideMaster3.xml" Id="R817d583db55d42ad" /><Relationship Type="http://schemas.openxmlformats.org/officeDocument/2006/relationships/slideMaster" Target="/ppt/slideMasters/slideMaster4.xml" Id="Reca9127728de4991" /><Relationship Type="http://schemas.openxmlformats.org/officeDocument/2006/relationships/slideMaster" Target="/ppt/slideMasters/slideMaster5.xml" Id="R94a822ac4ea94a46" /><Relationship Type="http://schemas.openxmlformats.org/officeDocument/2006/relationships/slideMaster" Target="/ppt/slideMasters/slideMaster6.xml" Id="R194b55e68b454a71" /><Relationship Type="http://schemas.openxmlformats.org/officeDocument/2006/relationships/slideMaster" Target="/ppt/slideMasters/slideMaster7.xml" Id="R276afb15ef5e46ae" /><Relationship Type="http://schemas.openxmlformats.org/officeDocument/2006/relationships/slideMaster" Target="/ppt/slideMasters/slideMaster8.xml" Id="R1c0d204d68c743fc" /><Relationship Type="http://schemas.openxmlformats.org/officeDocument/2006/relationships/notesMaster" Target="/ppt/notesMasters/notesMaster1.xml" Id="R7cf30bbb688a4584" /><Relationship Type="http://schemas.openxmlformats.org/officeDocument/2006/relationships/presProps" Target="/ppt/presProps.xml" Id="Rc36700de16e54ec9" /><Relationship Type="http://schemas.openxmlformats.org/officeDocument/2006/relationships/viewProps" Target="/ppt/viewProps.xml" Id="R9c3d2fa758d64ea3" /><Relationship Type="http://schemas.openxmlformats.org/officeDocument/2006/relationships/tableStyles" Target="/ppt/tableStyles.xml" Id="Rc87302410524420e" /><Relationship Type="http://schemas.openxmlformats.org/officeDocument/2006/relationships/slide" Target="/ppt/slides/slide1.xml" Id="R7d9915ce9c404f31" /><Relationship Type="http://schemas.openxmlformats.org/officeDocument/2006/relationships/slide" Target="/ppt/slides/slide2.xml" Id="R52f1bd9a197c4257" /><Relationship Type="http://schemas.openxmlformats.org/officeDocument/2006/relationships/slide" Target="/ppt/slides/slide3.xml" Id="R2e8f5402c1814a53" /><Relationship Type="http://schemas.openxmlformats.org/officeDocument/2006/relationships/slide" Target="/ppt/slides/slide4.xml" Id="Rbbd491bcc40c4d5f" /><Relationship Type="http://schemas.openxmlformats.org/officeDocument/2006/relationships/slide" Target="/ppt/slides/slide5.xml" Id="Rf6d91a42d118415b" /><Relationship Type="http://schemas.openxmlformats.org/officeDocument/2006/relationships/slide" Target="/ppt/slides/slide6.xml" Id="Rc7f7a3f9280d43cf" /><Relationship Type="http://schemas.openxmlformats.org/officeDocument/2006/relationships/slide" Target="/ppt/slides/slide7.xml" Id="R37517e36814a4f3d" /><Relationship Type="http://schemas.openxmlformats.org/officeDocument/2006/relationships/slide" Target="/ppt/slides/slide8.xml" Id="Rbdeaa54378044fdc" /><Relationship Type="http://schemas.openxmlformats.org/officeDocument/2006/relationships/slide" Target="/ppt/slides/slide9.xml" Id="Rb796204536ef4e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0.xml" Id="R7a3b9303bc3448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0.xml><?xml version="1.0" encoding="utf-8"?>
<a:theme xmlns:a="http://schemas.openxmlformats.org/drawingml/2006/main" name="4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a87d9abf644d5a" /><Relationship Type="http://schemas.openxmlformats.org/officeDocument/2006/relationships/notesMaster" Target="/ppt/notesMasters/notesMaster1.xml" Id="R9e00d389c2b04d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274a93a8704329" /><Relationship Type="http://schemas.openxmlformats.org/officeDocument/2006/relationships/notesMaster" Target="/ppt/notesMasters/notesMaster1.xml" Id="Rbecdaafd65994f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150987aaff4281" /><Relationship Type="http://schemas.openxmlformats.org/officeDocument/2006/relationships/notesMaster" Target="/ppt/notesMasters/notesMaster1.xml" Id="Re5d10d0f19304e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7023e077b547e7" /><Relationship Type="http://schemas.openxmlformats.org/officeDocument/2006/relationships/notesMaster" Target="/ppt/notesMasters/notesMaster1.xml" Id="R54b00b21bc984b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34246cf24444f8" /><Relationship Type="http://schemas.openxmlformats.org/officeDocument/2006/relationships/notesMaster" Target="/ppt/notesMasters/notesMaster1.xml" Id="R6e9b7344c77246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ad755ecae4539" /><Relationship Type="http://schemas.openxmlformats.org/officeDocument/2006/relationships/notesMaster" Target="/ppt/notesMasters/notesMaster1.xml" Id="Rc9103f488da14f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f416d3a2fb4553" /><Relationship Type="http://schemas.openxmlformats.org/officeDocument/2006/relationships/notesMaster" Target="/ppt/notesMasters/notesMaster1.xml" Id="R9432d4ec12a242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d0da040d324f8f" /><Relationship Type="http://schemas.openxmlformats.org/officeDocument/2006/relationships/notesMaster" Target="/ppt/notesMasters/notesMaster1.xml" Id="R36ec927dea1a4c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22d3e4bfd24234" /><Relationship Type="http://schemas.openxmlformats.org/officeDocument/2006/relationships/notesMaster" Target="/ppt/notesMasters/notesMaster1.xml" Id="R81ddec0adf4547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project source: README.md (SW Data Mart).</a:t>
            </a:r>
          </a:p>
          <a:p xmlns:a="http://schemas.openxmlformats.org/drawingml/2006/main">
            <a:r>
              <a:t>No external claims or assets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6183fbc6040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88146dccd94a8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f49a39bbd44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728b3c28ae4b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a8532a30e4e42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9693fd1834b48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8a699d048e5a489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2da6e03e04f84af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39fa91f648754e5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5fb186c7e3e468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efad6b061d5401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704648ef87e24103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4f97805db7a4413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0c4c4e216a58469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94085b5c12ba4b5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5b6137e2cb9c4da1" /><Relationship Type="http://schemas.openxmlformats.org/officeDocument/2006/relationships/image" Target="/ppt/media/image.jpeg" Id="R914afd27ff9b4c33" /></Relationships>
</file>

<file path=ppt/slideLayouts/slideLayout1.xml><?xml version="1.0" encoding="utf-8"?>
<p:sldLayout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779434" y="2898986"/>
            <a:ext cx="7369791" cy="1104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5453EE3-3222-44C8-8A8F-B68A6E83BF6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779434" y="4210052"/>
            <a:ext cx="6212417" cy="9588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 sz="1867">
                <a:solidFill>
                  <a:schemeClr val="bg1"/>
                </a:solidFill>
              </a:defRPr>
            </a:lvl2pPr>
            <a:lvl3pPr marL="914377" indent="0">
              <a:buNone/>
              <a:defRPr sz="1867">
                <a:solidFill>
                  <a:schemeClr val="bg1"/>
                </a:solidFill>
              </a:defRPr>
            </a:lvl3pPr>
            <a:lvl4pPr marL="1371566" indent="0">
              <a:buNone/>
              <a:defRPr sz="1867">
                <a:solidFill>
                  <a:schemeClr val="bg1"/>
                </a:solidFill>
              </a:defRPr>
            </a:lvl4pPr>
            <a:lvl5pPr marL="1828754" indent="0">
              <a:buNone/>
              <a:defRPr sz="1867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58DA7A06-433D-4971-8012-C3EF6353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BAE0EE29-5AB5-472C-980E-0EF52EE6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04A6DEB2-9FFA-4308-BEDB-5948BF2B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779434" y="2898986"/>
            <a:ext cx="7369791" cy="11047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 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D5453EE3-3222-44C8-8A8F-B68A6E83BF6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4779434" y="4210052"/>
            <a:ext cx="6212417" cy="9588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67">
                <a:solidFill>
                  <a:schemeClr val="bg1"/>
                </a:solidFill>
              </a:defRPr>
            </a:lvl1pPr>
            <a:lvl2pPr marL="457189" indent="0">
              <a:buNone/>
              <a:defRPr sz="1867">
                <a:solidFill>
                  <a:schemeClr val="bg1"/>
                </a:solidFill>
              </a:defRPr>
            </a:lvl2pPr>
            <a:lvl3pPr marL="914377" indent="0">
              <a:buNone/>
              <a:defRPr sz="1867">
                <a:solidFill>
                  <a:schemeClr val="bg1"/>
                </a:solidFill>
              </a:defRPr>
            </a:lvl3pPr>
            <a:lvl4pPr marL="1371566" indent="0">
              <a:buNone/>
              <a:defRPr sz="1867">
                <a:solidFill>
                  <a:schemeClr val="bg1"/>
                </a:solidFill>
              </a:defRPr>
            </a:lvl4pPr>
            <a:lvl5pPr marL="1828754" indent="0">
              <a:buNone/>
              <a:defRPr sz="1867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8A627CE1-0D72-4D8A-A54A-58CA813E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08B2ACCA-F6FD-4F91-B3AE-99B3B866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63FDA163-C670-DE46-9316-10E704A0F2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03302" y="3177"/>
            <a:ext cx="10262541" cy="1128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Arial Bold 24 </a:t>
            </a:r>
            <a:r>
              <a:t>pt</a:t>
            </a:r>
          </a:p>
        </p:txBody>
      </p:sp>
      <p:sp>
        <p:nvSpPr>
          <p:cNvPr id="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C7FCAB4-1506-0841-81D0-A12A01D1395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03302" y="1589476"/>
            <a:ext cx="10284884" cy="48782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Clr>
                <a:schemeClr val="accent6"/>
              </a:buClr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00000"/>
              </a:lnSpc>
              <a:buClr>
                <a:schemeClr val="accent6"/>
              </a:buClr>
              <a:buNone/>
              <a:defRPr sz="2133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00000"/>
              </a:lnSpc>
              <a:buClr>
                <a:schemeClr val="accent6"/>
              </a:buClr>
              <a:buNone/>
              <a:defRPr sz="1867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00000"/>
              </a:lnSpc>
              <a:buClr>
                <a:schemeClr val="accent6"/>
              </a:buClr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00000"/>
              </a:lnSpc>
              <a:buClr>
                <a:schemeClr val="accent6"/>
              </a:buClr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Arial Regular 18 </a:t>
            </a:r>
            <a:r>
              <a:t>pt</a:t>
            </a:r>
          </a:p>
          <a:p xmlns:a="http://schemas.openxmlformats.org/drawingml/2006/main">
            <a:pPr lvl="1">
              <a:buNone/>
            </a:pPr>
            <a:r>
              <a:t>Arial Regular 16 </a:t>
            </a:r>
            <a:r>
              <a:t>pt</a:t>
            </a:r>
          </a:p>
          <a:p xmlns:a="http://schemas.openxmlformats.org/drawingml/2006/main">
            <a:pPr lvl="2">
              <a:buNone/>
            </a:pPr>
            <a:r>
              <a:t>Arial Regular 14 </a:t>
            </a:r>
            <a:r>
              <a:t>pt</a:t>
            </a:r>
          </a:p>
          <a:p xmlns:a="http://schemas.openxmlformats.org/drawingml/2006/main">
            <a:pPr lvl="3">
              <a:buNone/>
            </a:pPr>
            <a:r>
              <a:t>Arial Regular 12 </a:t>
            </a:r>
            <a:r>
              <a:t>pt</a:t>
            </a:r>
          </a:p>
          <a:p xmlns:a="http://schemas.openxmlformats.org/drawingml/2006/main">
            <a:pPr lvl="4">
              <a:buNone/>
            </a:pPr>
            <a:r>
              <a:t>Arial Regular 10 </a:t>
            </a:r>
            <a:r>
              <a:t>pt</a:t>
            </a:r>
          </a:p>
        </p:txBody>
      </p:sp>
      <p:sp>
        <p:nvSpPr>
          <p:cNvPr id="9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451FA4C-5610-4469-87B2-082FF7D30D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6C48CA4-947B-4398-A6EE-F7EFE48B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63FDA163-C670-DE46-9316-10E704A0F2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03302" y="3177"/>
            <a:ext cx="10262541" cy="11285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Arial Bold 24 </a:t>
            </a:r>
            <a:r>
              <a:t>pt</a:t>
            </a:r>
          </a:p>
        </p:txBody>
      </p:sp>
      <p:sp>
        <p:nvSpPr>
          <p:cNvPr id="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C7FCAB4-1506-0841-81D0-A12A01D1395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003303" y="2044132"/>
            <a:ext cx="4971384" cy="442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68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60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133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29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867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21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12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Arial Regular 18 </a:t>
            </a:r>
            <a:r>
              <a:t>pt</a:t>
            </a:r>
          </a:p>
          <a:p xmlns:a="http://schemas.openxmlformats.org/drawingml/2006/main">
            <a:pPr lvl="1">
              <a:buNone/>
            </a:pPr>
            <a:r>
              <a:t>Arial Regular 16 </a:t>
            </a:r>
            <a:r>
              <a:t>pt</a:t>
            </a:r>
          </a:p>
          <a:p xmlns:a="http://schemas.openxmlformats.org/drawingml/2006/main">
            <a:pPr lvl="2">
              <a:buNone/>
            </a:pPr>
            <a:r>
              <a:t>Arial Regular 14 </a:t>
            </a:r>
            <a:r>
              <a:t>pt</a:t>
            </a:r>
          </a:p>
          <a:p xmlns:a="http://schemas.openxmlformats.org/drawingml/2006/main">
            <a:pPr lvl="3">
              <a:buNone/>
            </a:pPr>
            <a:r>
              <a:t>Arial Regular 12 </a:t>
            </a:r>
            <a:r>
              <a:t>pt</a:t>
            </a:r>
          </a:p>
          <a:p xmlns:a="http://schemas.openxmlformats.org/drawingml/2006/main">
            <a:pPr lvl="4">
              <a:buNone/>
            </a:pPr>
            <a:r>
              <a:t>Arial Regular 10 </a:t>
            </a:r>
            <a:r>
              <a:t>pt</a:t>
            </a:r>
          </a:p>
        </p:txBody>
      </p:sp>
      <p:sp>
        <p:nvSpPr>
          <p:cNvPr id="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DA4E4F3-E6F0-4B44-B3B5-131FF478204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17316" y="2044132"/>
            <a:ext cx="4971385" cy="442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257168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00060" indent="-257168">
              <a:lnSpc>
                <a:spcPct val="100000"/>
              </a:lnSpc>
              <a:buClr>
                <a:schemeClr val="accent6"/>
              </a:buClr>
              <a:buFontTx/>
              <a:buNone/>
              <a:defRPr sz="2133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29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867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21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12" indent="-171446">
              <a:lnSpc>
                <a:spcPct val="100000"/>
              </a:lnSpc>
              <a:buClr>
                <a:schemeClr val="accent6"/>
              </a:buClr>
              <a:buFontTx/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Arial Regular 18 </a:t>
            </a:r>
            <a:r>
              <a:t>pt</a:t>
            </a:r>
          </a:p>
          <a:p xmlns:a="http://schemas.openxmlformats.org/drawingml/2006/main">
            <a:pPr lvl="1">
              <a:buNone/>
            </a:pPr>
            <a:r>
              <a:t>Arial Regular 16 </a:t>
            </a:r>
            <a:r>
              <a:t>pt</a:t>
            </a:r>
          </a:p>
          <a:p xmlns:a="http://schemas.openxmlformats.org/drawingml/2006/main">
            <a:pPr lvl="2">
              <a:buNone/>
            </a:pPr>
            <a:r>
              <a:t>Arial Regular 14 </a:t>
            </a:r>
            <a:r>
              <a:t>pt</a:t>
            </a:r>
          </a:p>
          <a:p xmlns:a="http://schemas.openxmlformats.org/drawingml/2006/main">
            <a:pPr lvl="3">
              <a:buNone/>
            </a:pPr>
            <a:r>
              <a:t>Arial Regular 12 </a:t>
            </a:r>
            <a:r>
              <a:t>pt</a:t>
            </a:r>
          </a:p>
          <a:p xmlns:a="http://schemas.openxmlformats.org/drawingml/2006/main">
            <a:pPr lvl="4">
              <a:buNone/>
            </a:pPr>
            <a:r>
              <a:t>Arial Regular 10 </a:t>
            </a:r>
            <a:r>
              <a:t>pt</a:t>
            </a:r>
          </a:p>
        </p:txBody>
      </p:sp>
      <p:sp>
        <p:nvSpPr>
          <p:cNvPr id="5" name="Straight Connector 4">
            <a:extLst xmlns:a="http://schemas.openxmlformats.org/drawingml/2006/main">
              <a:ext uri="{FF2B5EF4-FFF2-40B4-BE49-F238E27FC236}">
                <a16:creationId xmlns:a16="http://schemas.microsoft.com/office/drawing/2014/main" id="{3FC7D063-1585-4A87-B8BD-AD9B424C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5433"/>
            <a:ext cx="0" cy="5295331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Parallelogram 8">
            <a:extLst xmlns:a="http://schemas.openxmlformats.org/drawingml/2006/main">
              <a:ext uri="{FF2B5EF4-FFF2-40B4-BE49-F238E27FC236}">
                <a16:creationId xmlns:a16="http://schemas.microsoft.com/office/drawing/2014/main" id="{4B0C7434-9420-4414-B379-2CFE49C1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2" y="1425434"/>
            <a:ext cx="4971385" cy="53984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Parallelogram 9">
            <a:extLst xmlns:a="http://schemas.openxmlformats.org/drawingml/2006/main">
              <a:ext uri="{FF2B5EF4-FFF2-40B4-BE49-F238E27FC236}">
                <a16:creationId xmlns:a16="http://schemas.microsoft.com/office/drawing/2014/main" id="{2C65D497-A3B2-491B-9834-D1A33C8B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316" y="1425434"/>
            <a:ext cx="4971385" cy="53984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4B968E56-695A-4127-A94C-0AE7E80CC5F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B26069ED-A8A3-4919-859C-DC88E7BD4FC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151466" y="1424518"/>
            <a:ext cx="4732867" cy="539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1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685783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1028674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371566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4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A55AB4D2-E187-4AF1-A2BC-8A66DE75700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336573" y="1424518"/>
            <a:ext cx="4732867" cy="539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  <a:lvl2pPr marL="342891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2pPr>
            <a:lvl3pPr marL="685783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3pPr>
            <a:lvl4pPr marL="1028674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4pPr>
            <a:lvl5pPr marL="1371566" indent="0" algn="ctr">
              <a:buNone/>
              <a:defRPr sz="16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D230A1B7-5C41-4BE3-9F5F-5F6992A2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  <p:sp>
        <p:nvSpPr>
          <p:cNvPr id="6" name="Title 1">
            <a:extLst xmlns:a="http://schemas.openxmlformats.org/drawingml/2006/main">
              <a:ext uri="{FF2B5EF4-FFF2-40B4-BE49-F238E27FC236}">
                <a16:creationId xmlns:a16="http://schemas.microsoft.com/office/drawing/2014/main" id="{63FDA163-C670-DE46-9316-10E704A0F2A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03302" y="3176"/>
            <a:ext cx="10262541" cy="1216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Arial Bold 24 </a:t>
            </a:r>
            <a:r>
              <a:t>pt</a:t>
            </a:r>
          </a:p>
        </p:txBody>
      </p:sp>
      <p:sp>
        <p:nvSpPr>
          <p:cNvPr id="5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8A27680C-8DE7-4106-B92C-CB5943D792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73199" y="22569"/>
            <a:ext cx="9322988" cy="1205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  <a:br/>
            <a:r>
              <a:t>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5F2FD46-E1DD-447D-A5AA-8FA3731C280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73458" y="1403351"/>
            <a:ext cx="9322527" cy="48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73199" y="22569"/>
            <a:ext cx="9322988" cy="1205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  <a:br/>
            <a:r>
              <a:t>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5F2FD46-E1DD-447D-A5AA-8FA3731C280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73458" y="1403351"/>
            <a:ext cx="9322527" cy="48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287D2BBF-00C6-4180-8F71-7CE11BC2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391BD261-0B90-47EF-A635-93305ED3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1667" cy="211667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buNone/>
            </a:pP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6AC2F6B1-72A0-254B-83BA-D9653BC885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12540" y="22569"/>
            <a:ext cx="9383648" cy="12057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3200" b="1" i="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Title Slide</a:t>
            </a:r>
            <a:br/>
            <a:r>
              <a:t>Arial Bold 24 </a:t>
            </a:r>
            <a:r>
              <a:t>pt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5F2FD46-E1DD-447D-A5AA-8FA3731C280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12801" y="1403351"/>
            <a:ext cx="9383184" cy="483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  <a:lvl3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4pPr>
            <a:lvl5pPr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 hidden="1">
            <a:extLst xmlns:a="http://schemas.openxmlformats.org/drawingml/2006/main">
              <a:ext uri="{FF2B5EF4-FFF2-40B4-BE49-F238E27FC236}">
                <a16:creationId xmlns:a16="http://schemas.microsoft.com/office/drawing/2014/main" id="{A2FB9BA5-779B-4363-BD41-BE1CC277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211667" cy="15875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</a:pP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2_Title Slide">
    <p:bg>
      <p:bgPr>
        <a:blipFill xmlns:a="http://schemas.openxmlformats.org/drawingml/2006/main" rotWithShape="1">
          <a:blip xmlns:r="http://schemas.openxmlformats.org/officeDocument/2006/relationships" r:embed="R914afd27ff9b4c3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73A602E8-A35E-4FDB-86D7-E9D791655E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08189" y="5157216"/>
            <a:ext cx="6083811" cy="17007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121911" tIns="121911" rIns="121911" bIns="121911"/>
          <a:lstStyle xmlns:a="http://schemas.openxmlformats.org/drawingml/2006/main">
            <a:lvl1pPr marL="0" indent="0" algn="ctr" defTabSz="914309">
              <a:lnSpc>
                <a:spcPct val="90000"/>
              </a:lnSpc>
              <a:spcBef>
                <a:spcPts val="900"/>
              </a:spcBef>
              <a:buClrTx/>
              <a:buSzTx/>
              <a:buNone/>
              <a:defRPr sz="2400">
                <a:latin typeface="Arial"/>
                <a:ea typeface="Arial"/>
                <a:cs typeface="Arial"/>
              </a:defRPr>
            </a:lvl1pPr>
            <a:lvl2pPr marL="0" indent="171432" algn="ctr" defTabSz="914309">
              <a:lnSpc>
                <a:spcPct val="90000"/>
              </a:lnSpc>
              <a:spcBef>
                <a:spcPts val="900"/>
              </a:spcBef>
              <a:buClrTx/>
              <a:buSzTx/>
              <a:buNone/>
              <a:defRPr sz="2400">
                <a:latin typeface="Arial"/>
                <a:ea typeface="Arial"/>
                <a:cs typeface="Arial"/>
              </a:defRPr>
            </a:lvl2pPr>
            <a:lvl3pPr marL="617159" indent="-274293" algn="ctr" defTabSz="914309">
              <a:lnSpc>
                <a:spcPct val="90000"/>
              </a:lnSpc>
              <a:spcBef>
                <a:spcPts val="900"/>
              </a:spcBef>
              <a:buClrTx/>
              <a:buSzPct val="100000"/>
              <a:buChar char="▪"/>
              <a:defRPr sz="2400">
                <a:latin typeface="Frutiger 65 Bold"/>
                <a:ea typeface="Frutiger 65 Bold"/>
                <a:cs typeface="Frutiger 65 Bold"/>
              </a:defRPr>
            </a:lvl3pPr>
            <a:lvl4pPr marL="808184" indent="-293886" algn="ctr" defTabSz="914309">
              <a:lnSpc>
                <a:spcPct val="90000"/>
              </a:lnSpc>
              <a:spcBef>
                <a:spcPts val="900"/>
              </a:spcBef>
              <a:buClrTx/>
              <a:buSzPct val="100000"/>
              <a:buChar char="▪"/>
              <a:defRPr sz="2400">
                <a:latin typeface="Frutiger 65 Bold"/>
                <a:ea typeface="Frutiger 65 Bold"/>
                <a:cs typeface="Frutiger 65 Bold"/>
              </a:defRPr>
            </a:lvl4pPr>
            <a:lvl5pPr marL="979617" indent="-293886" algn="ctr" defTabSz="914309">
              <a:lnSpc>
                <a:spcPct val="90000"/>
              </a:lnSpc>
              <a:spcBef>
                <a:spcPts val="900"/>
              </a:spcBef>
              <a:buClrTx/>
              <a:buSzPct val="100000"/>
              <a:buChar char="▪"/>
              <a:defRPr sz="2400">
                <a:latin typeface="Frutiger 65 Bold"/>
                <a:ea typeface="Frutiger 65 Bold"/>
                <a:cs typeface="Frutiger 65 Bold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d2909231b714731" /><Relationship Type="http://schemas.openxmlformats.org/officeDocument/2006/relationships/image" Target="/ppt/media/image2.png" Id="R49960c98b0964db4" /><Relationship Type="http://schemas.openxmlformats.org/officeDocument/2006/relationships/theme" Target="/ppt/slideMasters/theme/theme2.xml" Id="R4d40dea1bb2c4391" /><Relationship Type="http://schemas.openxmlformats.org/officeDocument/2006/relationships/slideLayout" Target="/ppt/slideLayouts/slideLayout1.xml" Id="R804a46092d394b28" /><Relationship Type="http://schemas.openxmlformats.org/officeDocument/2006/relationships/slideLayout" Target="/ppt/slideLayouts/slideLayout2.xml" Id="Rf0a2868e3a6c44ed" /><Relationship Type="http://schemas.openxmlformats.org/officeDocument/2006/relationships/slideLayout" Target="/ppt/slideLayouts/slideLayout3.xml" Id="Rda3865200e004b0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3.png" Id="R6b659552e7414cb2" /><Relationship Type="http://schemas.openxmlformats.org/officeDocument/2006/relationships/theme" Target="/ppt/slideMasters/theme/theme3.xml" Id="R276c86266c444a24" /><Relationship Type="http://schemas.openxmlformats.org/officeDocument/2006/relationships/slideLayout" Target="/ppt/slideLayouts/slideLayout4.xml" Id="Rcc514c55a21f435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4.png" Id="R66434abe0b48431f" /><Relationship Type="http://schemas.openxmlformats.org/officeDocument/2006/relationships/theme" Target="/ppt/slideMasters/theme/theme4.xml" Id="Rabbbb10b8b9a43cd" /><Relationship Type="http://schemas.openxmlformats.org/officeDocument/2006/relationships/slideLayout" Target="/ppt/slideLayouts/slideLayout5.xml" Id="Rc19fa9405a354e46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ef01ac1e645844da" /><Relationship Type="http://schemas.openxmlformats.org/officeDocument/2006/relationships/image" Target="/ppt/media/image5.png" Id="R9d61fb1065c04768" /><Relationship Type="http://schemas.openxmlformats.org/officeDocument/2006/relationships/theme" Target="/ppt/slideMasters/theme/theme5.xml" Id="R434ef129d5a94659" /><Relationship Type="http://schemas.openxmlformats.org/officeDocument/2006/relationships/slideLayout" Target="/ppt/slideLayouts/slideLayout6.xml" Id="R8c3aa3e39e274308" /><Relationship Type="http://schemas.openxmlformats.org/officeDocument/2006/relationships/slideLayout" Target="/ppt/slideLayouts/slideLayout7.xml" Id="Rc1364c4e4ca249b0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6.png" Id="R31bda50627e64e16" /><Relationship Type="http://schemas.openxmlformats.org/officeDocument/2006/relationships/image" Target="/ppt/media/image.png" Id="R59a4fb12b84241fc" /><Relationship Type="http://schemas.openxmlformats.org/officeDocument/2006/relationships/image" Target="/ppt/media/image7.png" Id="R3b9777fd12914490" /><Relationship Type="http://schemas.openxmlformats.org/officeDocument/2006/relationships/theme" Target="/ppt/slideMasters/theme/theme6.xml" Id="R3e284de0979c4e0a" /><Relationship Type="http://schemas.openxmlformats.org/officeDocument/2006/relationships/slideLayout" Target="/ppt/slideLayouts/slideLayout8.xml" Id="Rc85c5a1f182f4a04" /><Relationship Type="http://schemas.openxmlformats.org/officeDocument/2006/relationships/slideLayout" Target="/ppt/slideLayouts/slideLayout9.xml" Id="R7a610256f9d64a4b" /><Relationship Type="http://schemas.openxmlformats.org/officeDocument/2006/relationships/slideLayout" Target="/ppt/slideLayouts/slideLayout10.xml" Id="R7a5db0fe9bb84c74" /><Relationship Type="http://schemas.openxmlformats.org/officeDocument/2006/relationships/slideLayout" Target="/ppt/slideLayouts/slideLayout11.xml" Id="R0c5d4e3c626e40b7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5.png" Id="R00297494414843a1" /><Relationship Type="http://schemas.openxmlformats.org/officeDocument/2006/relationships/theme" Target="/ppt/slideMasters/theme/theme7.xml" Id="R467645d72b0b4c05" /><Relationship Type="http://schemas.openxmlformats.org/officeDocument/2006/relationships/slideLayout" Target="/ppt/slideLayouts/slideLayout12.xml" Id="R3d833f5885814ba0" /><Relationship Type="http://schemas.openxmlformats.org/officeDocument/2006/relationships/slideLayout" Target="/ppt/slideLayouts/slideLayout13.xml" Id="Rfa3a8633c7af4abb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4b2201197763434a" /><Relationship Type="http://schemas.openxmlformats.org/officeDocument/2006/relationships/slideLayout" Target="/ppt/slideLayouts/slideLayout14.xml" Id="R857a221350304df4" /><Relationship Type="http://schemas.openxmlformats.org/officeDocument/2006/relationships/slideLayout" Target="/ppt/slideLayouts/slideLayout15.xml" Id="Ra018e953d1474cd9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863e2074829b4e1c" /><Relationship Type="http://schemas.openxmlformats.org/officeDocument/2006/relationships/slideLayout" Target="/ppt/slideLayouts/slideLayout16.xml" Id="Rbedf225cd4ce4c0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64FED9-BBD8-495D-A5F7-3762B92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053" y="0"/>
            <a:ext cx="8861947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E002915-945F-40C9-A2B1-9A436CF4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799" y="6611779"/>
            <a:ext cx="3033202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1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Thrive 2025  </a:t>
            </a:r>
            <a:r>
              <a:rPr sz="800" b="0" i="0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|  For Internal Use Only  |  Company Confidential</a:t>
            </a:r>
          </a:p>
        </p:txBody>
      </p:sp>
      <p:sp>
        <p:nvSpPr>
          <p:cNvPr id="2" name="Right Triangle 1">
            <a:extLst xmlns:a="http://schemas.openxmlformats.org/drawingml/2006/main">
              <a:ext uri="{FF2B5EF4-FFF2-40B4-BE49-F238E27FC236}">
                <a16:creationId xmlns:a16="http://schemas.microsoft.com/office/drawing/2014/main" id="{BDA3FA72-E7D0-4B30-B300-112039E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3330051" y="0"/>
            <a:ext cx="2074459" cy="6858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909231b7147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589" y="705418"/>
            <a:ext cx="5335411" cy="5534865"/>
          </a:xfrm>
          <a:prstGeom xmlns:a="http://schemas.openxmlformats.org/drawingml/2006/main" prst="rect">
            <a:avLst/>
          </a:prstGeom>
        </p:spPr>
      </p:pic>
      <p:pic>
        <p:nvPicPr>
          <p:cNvPr id="1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60c98b0964d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7970" y="321009"/>
            <a:ext cx="2660108" cy="76881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4a46092d394b28"/>
    <p:sldLayoutId xmlns:r="http://schemas.openxmlformats.org/officeDocument/2006/relationships" id="2147483650" r:id="Rf0a2868e3a6c44ed"/>
    <p:sldLayoutId xmlns:r="http://schemas.openxmlformats.org/officeDocument/2006/relationships" id="2147483651" r:id="Rda3865200e004b08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3044C6-951A-4670-9919-BFF8A4D8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363941"/>
            <a:ext cx="12187765" cy="649406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984CDD-4254-46C2-8DE6-0CEC1912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4235"/>
            <a:ext cx="12192000" cy="2808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35000">
                <a:schemeClr val="accent6"/>
              </a:gs>
              <a:gs pos="2932">
                <a:schemeClr val="accent5"/>
              </a:gs>
              <a:gs pos="6400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59552e7414c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64247" y="1850413"/>
            <a:ext cx="5863507" cy="3394047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cc514c55a21f435f"/>
  </p:sldLayoutIdLst>
  <p:hf sldNum="0" hdr="0"/>
  <p:txStyles>
    <p:titleStyle>
      <a:lvl1pPr xmlns:a="http://schemas.openxmlformats.org/drawingml/2006/main" algn="l" defTabSz="685783">
        <a:lnSpc>
          <a:spcPct val="90000"/>
        </a:lnSpc>
        <a:spcBef>
          <a:spcPct val="0"/>
        </a:spcBef>
        <a:buNone/>
        <a:defRPr sz="3000" b="1" kern="1200" spc="0">
          <a:solidFill>
            <a:schemeClr val="bg1"/>
          </a:solidFill>
          <a:latin typeface="Frutiger 65"/>
          <a:ea typeface="Frutiger 65"/>
          <a:cs typeface="Frutiger 65"/>
        </a:defRPr>
      </a:lvl1pPr>
    </p:titleStyle>
    <p:bodyStyle>
      <a:lvl1pPr xmlns:a="http://schemas.openxmlformats.org/drawingml/2006/main" marL="257168" indent="-257168" algn="l" defTabSz="685783">
        <a:lnSpc>
          <a:spcPct val="90000"/>
        </a:lnSpc>
        <a:spcBef>
          <a:spcPts val="751"/>
        </a:spcBef>
        <a:buClr>
          <a:srgbClr val="464747"/>
        </a:buClr>
        <a:buFont typeface="Arial"/>
        <a:buChar char="•"/>
        <a:defRPr sz="1800" b="0" i="0" kern="1200">
          <a:solidFill>
            <a:srgbClr val="464747"/>
          </a:solidFill>
          <a:latin typeface="Frutiger 65"/>
          <a:ea typeface="Frutiger 65"/>
          <a:cs typeface="Frutiger 65"/>
        </a:defRPr>
      </a:lvl1pPr>
      <a:lvl2pPr xmlns:a="http://schemas.openxmlformats.org/drawingml/2006/main" marL="600060" indent="-257168" algn="l" defTabSz="685783">
        <a:lnSpc>
          <a:spcPct val="90000"/>
        </a:lnSpc>
        <a:spcBef>
          <a:spcPts val="375"/>
        </a:spcBef>
        <a:buClr>
          <a:srgbClr val="464747"/>
        </a:buClr>
        <a:buFont typeface="Arial"/>
        <a:buChar char="•"/>
        <a:defRPr sz="1800" b="0" kern="1200">
          <a:solidFill>
            <a:srgbClr val="464747"/>
          </a:solidFill>
          <a:latin typeface="Frutiger 65"/>
          <a:ea typeface="Frutiger 65"/>
          <a:cs typeface="Frutiger 65"/>
        </a:defRPr>
      </a:lvl2pPr>
      <a:lvl3pPr xmlns:a="http://schemas.openxmlformats.org/drawingml/2006/main" marL="857229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500" b="0" kern="1200">
          <a:solidFill>
            <a:srgbClr val="464747"/>
          </a:solidFill>
          <a:latin typeface="Frutiger 65"/>
          <a:ea typeface="Frutiger 65"/>
          <a:cs typeface="Frutiger 65"/>
        </a:defRPr>
      </a:lvl3pPr>
      <a:lvl4pPr xmlns:a="http://schemas.openxmlformats.org/drawingml/2006/main" marL="1200121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4pPr>
      <a:lvl5pPr xmlns:a="http://schemas.openxmlformats.org/drawingml/2006/main" marL="1543012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5pPr>
      <a:lvl6pPr xmlns:a="http://schemas.openxmlformats.org/drawingml/2006/main" marL="1885904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578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89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783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674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566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457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349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24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13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ECDC2C4-A46B-455C-98FF-2B8F1CC1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363941"/>
            <a:ext cx="12187765" cy="649406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4F308BC-3164-43F4-815B-FB6B4823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4235"/>
            <a:ext cx="12192000" cy="2808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35000">
                <a:schemeClr val="accent6"/>
              </a:gs>
              <a:gs pos="2932">
                <a:schemeClr val="accent5"/>
              </a:gs>
              <a:gs pos="6400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4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34abe0b4843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82911" y="1856169"/>
            <a:ext cx="5826179" cy="337244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c19fa9405a354e46"/>
  </p:sldLayoutIdLst>
  <p:hf sldNum="0" hdr="0"/>
  <p:txStyles>
    <p:titleStyle>
      <a:lvl1pPr xmlns:a="http://schemas.openxmlformats.org/drawingml/2006/main" algn="l" defTabSz="685783">
        <a:lnSpc>
          <a:spcPct val="90000"/>
        </a:lnSpc>
        <a:spcBef>
          <a:spcPct val="0"/>
        </a:spcBef>
        <a:buNone/>
        <a:defRPr sz="3000" b="1" kern="1200" spc="0">
          <a:solidFill>
            <a:schemeClr val="bg1"/>
          </a:solidFill>
          <a:latin typeface="Frutiger 65"/>
          <a:ea typeface="Frutiger 65"/>
          <a:cs typeface="Frutiger 65"/>
        </a:defRPr>
      </a:lvl1pPr>
    </p:titleStyle>
    <p:bodyStyle>
      <a:lvl1pPr xmlns:a="http://schemas.openxmlformats.org/drawingml/2006/main" marL="257168" indent="-257168" algn="l" defTabSz="685783">
        <a:lnSpc>
          <a:spcPct val="90000"/>
        </a:lnSpc>
        <a:spcBef>
          <a:spcPts val="751"/>
        </a:spcBef>
        <a:buClr>
          <a:srgbClr val="464747"/>
        </a:buClr>
        <a:buFont typeface="Arial"/>
        <a:buChar char="•"/>
        <a:defRPr sz="1800" b="0" i="0" kern="1200">
          <a:solidFill>
            <a:srgbClr val="464747"/>
          </a:solidFill>
          <a:latin typeface="Frutiger 65"/>
          <a:ea typeface="Frutiger 65"/>
          <a:cs typeface="Frutiger 65"/>
        </a:defRPr>
      </a:lvl1pPr>
      <a:lvl2pPr xmlns:a="http://schemas.openxmlformats.org/drawingml/2006/main" marL="600060" indent="-257168" algn="l" defTabSz="685783">
        <a:lnSpc>
          <a:spcPct val="90000"/>
        </a:lnSpc>
        <a:spcBef>
          <a:spcPts val="375"/>
        </a:spcBef>
        <a:buClr>
          <a:srgbClr val="464747"/>
        </a:buClr>
        <a:buFont typeface="Arial"/>
        <a:buChar char="•"/>
        <a:defRPr sz="1800" b="0" kern="1200">
          <a:solidFill>
            <a:srgbClr val="464747"/>
          </a:solidFill>
          <a:latin typeface="Frutiger 65"/>
          <a:ea typeface="Frutiger 65"/>
          <a:cs typeface="Frutiger 65"/>
        </a:defRPr>
      </a:lvl2pPr>
      <a:lvl3pPr xmlns:a="http://schemas.openxmlformats.org/drawingml/2006/main" marL="857229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500" b="0" kern="1200">
          <a:solidFill>
            <a:srgbClr val="464747"/>
          </a:solidFill>
          <a:latin typeface="Frutiger 65"/>
          <a:ea typeface="Frutiger 65"/>
          <a:cs typeface="Frutiger 65"/>
        </a:defRPr>
      </a:lvl3pPr>
      <a:lvl4pPr xmlns:a="http://schemas.openxmlformats.org/drawingml/2006/main" marL="1200121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4pPr>
      <a:lvl5pPr xmlns:a="http://schemas.openxmlformats.org/drawingml/2006/main" marL="1543012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5pPr>
      <a:lvl6pPr xmlns:a="http://schemas.openxmlformats.org/drawingml/2006/main" marL="1885904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578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89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783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674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566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457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349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24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13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64FED9-BBD8-495D-A5F7-3762B92D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053" y="0"/>
            <a:ext cx="8861947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E002915-945F-40C9-A2B1-9A436CF4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799" y="6611779"/>
            <a:ext cx="3033202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1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Thrive 2025  </a:t>
            </a:r>
            <a:r>
              <a:rPr sz="800" b="0" i="0" u="none">
                <a:solidFill>
                  <a:schemeClr val="bg1"/>
                </a:solidFill>
                <a:latin typeface="+mn-lt"/>
                <a:ea typeface="+mn-lt"/>
                <a:cs typeface="+mn-lt"/>
              </a:rPr>
              <a:t>|  For Internal Use Only  |  Company Confidential</a:t>
            </a:r>
          </a:p>
        </p:txBody>
      </p:sp>
      <p:sp>
        <p:nvSpPr>
          <p:cNvPr id="2" name="Right Triangle 1">
            <a:extLst xmlns:a="http://schemas.openxmlformats.org/drawingml/2006/main">
              <a:ext uri="{FF2B5EF4-FFF2-40B4-BE49-F238E27FC236}">
                <a16:creationId xmlns:a16="http://schemas.microsoft.com/office/drawing/2014/main" id="{BDA3FA72-E7D0-4B30-B300-112039ED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 flipH="1">
            <a:off x="3330051" y="0"/>
            <a:ext cx="2074459" cy="6858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1ac1e645844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589" y="705418"/>
            <a:ext cx="5335411" cy="5534865"/>
          </a:xfrm>
          <a:prstGeom xmlns:a="http://schemas.openxmlformats.org/drawingml/2006/main" prst="rect">
            <a:avLst/>
          </a:prstGeom>
        </p:spPr>
      </p:pic>
      <p:pic>
        <p:nvPicPr>
          <p:cNvPr id="19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1fb1065c047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5943" y="203675"/>
            <a:ext cx="3952093" cy="114222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8c3aa3e39e274308"/>
    <p:sldLayoutId xmlns:r="http://schemas.openxmlformats.org/officeDocument/2006/relationships" id="2147483658" r:id="Rc1364c4e4ca249b0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bda50627e64e16"/>
          <a:srcRect xmlns:a="http://schemas.openxmlformats.org/drawingml/2006/main" l="34749" t="6173" r="0" b="0"/>
          <a:stretch xmlns:a="http://schemas.openxmlformats.org/drawingml/2006/main"/>
        </p:blipFill>
        <p:spPr>
          <a:xfrm xmlns:a="http://schemas.openxmlformats.org/drawingml/2006/main">
            <a:off x="173906" y="6442211"/>
            <a:ext cx="2051305" cy="177592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DCF3B3A-1663-4882-A1AF-AC2EFD12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3" y="6611779"/>
            <a:ext cx="3033202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1" i="1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Thrive 2025  </a:t>
            </a:r>
            <a:r>
              <a:rPr sz="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|  For Internal Use Only  |  Company Confidential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5D852E20-910D-408D-A140-031EFC512B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9448800" y="6606518"/>
            <a:ext cx="2743200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ACDF7494-E6BA-424D-9438-699A992397D8}" type="slidenum">
              <a:t>‹#›</a:t>
            </a:fld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455FD3-1EDA-4D7B-9926-76205BF6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" y="1140421"/>
            <a:ext cx="12192000" cy="177591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35000">
                <a:schemeClr val="accent6"/>
              </a:gs>
              <a:gs pos="2932">
                <a:schemeClr val="accent5"/>
              </a:gs>
              <a:gs pos="64000">
                <a:schemeClr val="accent3"/>
              </a:gs>
              <a:gs pos="100000">
                <a:schemeClr val="accent4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A7D2DE-9FBF-4AB3-8621-37892B2F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6443"/>
            <a:ext cx="12192000" cy="1124064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58000">
                <a:srgbClr val="1655BB"/>
              </a:gs>
              <a:gs pos="4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4fb12b84241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72" y="6187364"/>
            <a:ext cx="572553" cy="593957"/>
          </a:xfrm>
          <a:prstGeom xmlns:a="http://schemas.openxmlformats.org/drawingml/2006/main" prst="rect">
            <a:avLst/>
          </a:prstGeom>
        </p:spPr>
      </p:pic>
      <p:pic>
        <p:nvPicPr>
          <p:cNvPr id="2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777fd12914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42385" y="480394"/>
            <a:ext cx="2401751" cy="22322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c85c5a1f182f4a04"/>
    <p:sldLayoutId xmlns:r="http://schemas.openxmlformats.org/officeDocument/2006/relationships" id="2147483661" r:id="R7a610256f9d64a4b"/>
    <p:sldLayoutId xmlns:r="http://schemas.openxmlformats.org/officeDocument/2006/relationships" id="2147483662" r:id="R7a5db0fe9bb84c74"/>
    <p:sldLayoutId xmlns:r="http://schemas.openxmlformats.org/officeDocument/2006/relationships" id="2147483663" r:id="R0c5d4e3c626e40b7"/>
  </p:sldLayoutIdLst>
  <p:hf sldNum="0" hdr="0"/>
  <p:txStyles>
    <p:titleStyle>
      <a:lvl1pPr xmlns:a="http://schemas.openxmlformats.org/drawingml/2006/main" algn="l" defTabSz="685783">
        <a:lnSpc>
          <a:spcPct val="90000"/>
        </a:lnSpc>
        <a:spcBef>
          <a:spcPct val="0"/>
        </a:spcBef>
        <a:buNone/>
        <a:defRPr sz="3000" b="1" kern="1200" spc="0">
          <a:solidFill>
            <a:schemeClr val="bg1"/>
          </a:solidFill>
          <a:latin typeface="Frutiger 65"/>
          <a:ea typeface="Frutiger 65"/>
          <a:cs typeface="Frutiger 65"/>
        </a:defRPr>
      </a:lvl1pPr>
    </p:titleStyle>
    <p:bodyStyle>
      <a:lvl1pPr xmlns:a="http://schemas.openxmlformats.org/drawingml/2006/main" marL="257168" indent="-257168" algn="l" defTabSz="685783">
        <a:lnSpc>
          <a:spcPct val="90000"/>
        </a:lnSpc>
        <a:spcBef>
          <a:spcPts val="751"/>
        </a:spcBef>
        <a:buClr>
          <a:srgbClr val="464747"/>
        </a:buClr>
        <a:buFont typeface="Arial"/>
        <a:buChar char="•"/>
        <a:defRPr sz="1800" b="0" i="0" kern="1200">
          <a:solidFill>
            <a:srgbClr val="464747"/>
          </a:solidFill>
          <a:latin typeface="Frutiger 65"/>
          <a:ea typeface="Frutiger 65"/>
          <a:cs typeface="Frutiger 65"/>
        </a:defRPr>
      </a:lvl1pPr>
      <a:lvl2pPr xmlns:a="http://schemas.openxmlformats.org/drawingml/2006/main" marL="600060" indent="-257168" algn="l" defTabSz="685783">
        <a:lnSpc>
          <a:spcPct val="90000"/>
        </a:lnSpc>
        <a:spcBef>
          <a:spcPts val="375"/>
        </a:spcBef>
        <a:buClr>
          <a:srgbClr val="464747"/>
        </a:buClr>
        <a:buFont typeface="Arial"/>
        <a:buChar char="•"/>
        <a:defRPr sz="1800" b="0" kern="1200">
          <a:solidFill>
            <a:srgbClr val="464747"/>
          </a:solidFill>
          <a:latin typeface="Frutiger 65"/>
          <a:ea typeface="Frutiger 65"/>
          <a:cs typeface="Frutiger 65"/>
        </a:defRPr>
      </a:lvl2pPr>
      <a:lvl3pPr xmlns:a="http://schemas.openxmlformats.org/drawingml/2006/main" marL="857229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500" b="0" kern="1200">
          <a:solidFill>
            <a:srgbClr val="464747"/>
          </a:solidFill>
          <a:latin typeface="Frutiger 65"/>
          <a:ea typeface="Frutiger 65"/>
          <a:cs typeface="Frutiger 65"/>
        </a:defRPr>
      </a:lvl3pPr>
      <a:lvl4pPr xmlns:a="http://schemas.openxmlformats.org/drawingml/2006/main" marL="1200121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4pPr>
      <a:lvl5pPr xmlns:a="http://schemas.openxmlformats.org/drawingml/2006/main" marL="1543012" indent="-171446" algn="l" defTabSz="685783">
        <a:lnSpc>
          <a:spcPct val="90000"/>
        </a:lnSpc>
        <a:spcBef>
          <a:spcPts val="375"/>
        </a:spcBef>
        <a:buClr>
          <a:srgbClr val="464747"/>
        </a:buClr>
        <a:buSzPct val="100000"/>
        <a:buFont typeface="Arial"/>
        <a:buChar char="•"/>
        <a:defRPr sz="1400" b="0" kern="1200">
          <a:solidFill>
            <a:srgbClr val="464747"/>
          </a:solidFill>
          <a:latin typeface="Frutiger 65"/>
          <a:ea typeface="Frutiger 65"/>
          <a:cs typeface="Frutiger 65"/>
        </a:defRPr>
      </a:lvl5pPr>
      <a:lvl6pPr xmlns:a="http://schemas.openxmlformats.org/drawingml/2006/main" marL="1885904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795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686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578" indent="-171446" algn="l" defTabSz="685783">
        <a:lnSpc>
          <a:spcPct val="90000"/>
        </a:lnSpc>
        <a:spcBef>
          <a:spcPts val="375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89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783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674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566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457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349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240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131" algn="l" defTabSz="685783">
        <a:buNone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C3FD84-B01C-4FB9-845C-AC523C0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21877"/>
            <a:ext cx="12187765" cy="687987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1AF880-66E5-44A8-9CCF-FA9B881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2001" cy="1255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97C47BF-F3C7-402D-A965-698FC6F4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134" y="6352843"/>
            <a:ext cx="1741182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Internal Use Only | Company Confidential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96177EE-DC0B-4E42-8EE0-E9CF0A74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365871"/>
            <a:ext cx="12192001" cy="4711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97494414843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301" y="6148033"/>
            <a:ext cx="2162721" cy="6250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3d833f5885814ba0"/>
    <p:sldLayoutId xmlns:r="http://schemas.openxmlformats.org/officeDocument/2006/relationships" id="2147483666" r:id="Rfa3a8633c7af4abb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C3FD84-B01C-4FB9-845C-AC523C09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-21877"/>
            <a:ext cx="12187765" cy="687987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28B7CB"/>
              </a:gs>
              <a:gs pos="50000">
                <a:schemeClr val="accent2"/>
              </a:gs>
              <a:gs pos="100000">
                <a:schemeClr val="accent6">
                  <a:shade val="100000"/>
                  <a:satMod val="115000"/>
                </a:schemeClr>
              </a:gs>
            </a:gsLst>
            <a:lin ang="189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1AF880-66E5-44A8-9CCF-FA9B8812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0"/>
            <a:ext cx="12192001" cy="1255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7CAB2D-9429-451E-AAD0-183A1338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1134" y="6352843"/>
            <a:ext cx="1741182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indent="0" algn="r" defTabSz="68578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600" b="0" i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Internal Use Only | Company Confidential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96177EE-DC0B-4E42-8EE0-E9CF0A74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1365871"/>
            <a:ext cx="12192001" cy="47119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899">
              <a:alpha val="41176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857a221350304df4"/>
    <p:sldLayoutId xmlns:r="http://schemas.openxmlformats.org/officeDocument/2006/relationships" id="2147483669" r:id="Ra018e953d1474cd9"/>
  </p:sldLayoutIdLst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78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2971" indent="-228594" algn="l" defTabSz="914377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>
            <a:lumMod val="50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bedf225cd4ce4c04"/>
  </p:sldLayoutIdLst>
  <p:txStyles>
    <p:titleStyle>
      <a:lvl1pPr xmlns:a="http://schemas.openxmlformats.org/drawingml/2006/main" marL="0" marR="0" indent="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11429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228594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342891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457189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571486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685783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80008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91437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400" b="0" i="0" u="none" cap="none" spc="0" baseline="0">
          <a:solidFill>
            <a:srgbClr val="FFFFFF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305586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1pPr>
      <a:lvl2pPr xmlns:a="http://schemas.openxmlformats.org/drawingml/2006/main" marL="527831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2pPr>
      <a:lvl3pPr xmlns:a="http://schemas.openxmlformats.org/drawingml/2006/main" marL="750075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3pPr>
      <a:lvl4pPr xmlns:a="http://schemas.openxmlformats.org/drawingml/2006/main" marL="972320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4pPr>
      <a:lvl5pPr xmlns:a="http://schemas.openxmlformats.org/drawingml/2006/main" marL="1194563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5pPr>
      <a:lvl6pPr xmlns:a="http://schemas.openxmlformats.org/drawingml/2006/main" marL="1416809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6pPr>
      <a:lvl7pPr xmlns:a="http://schemas.openxmlformats.org/drawingml/2006/main" marL="1639052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7pPr>
      <a:lvl8pPr xmlns:a="http://schemas.openxmlformats.org/drawingml/2006/main" marL="1861297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8pPr>
      <a:lvl9pPr xmlns:a="http://schemas.openxmlformats.org/drawingml/2006/main" marL="2083541" marR="0" indent="-305586" algn="l" defTabSz="410755">
        <a:lnSpc>
          <a:spcPct val="100000"/>
        </a:lnSpc>
        <a:spcBef>
          <a:spcPts val="2951"/>
        </a:spcBef>
        <a:spcAft>
          <a:spcPts val="0"/>
        </a:spcAft>
        <a:buClr>
          <a:srgbClr val="FFFFFF"/>
        </a:buClr>
        <a:buSzPct val="145000"/>
        <a:buFontTx/>
        <a:buChar char="•"/>
        <a:defRPr sz="2200" b="0" i="0" u="none" cap="none" spc="0" baseline="0">
          <a:solidFill>
            <a:srgbClr val="FFFFFF"/>
          </a:solidFill>
          <a:latin typeface="Helvetica Neue"/>
          <a:ea typeface="Helvetica Neue"/>
          <a:cs typeface="Helvetica Neue"/>
        </a:defRPr>
      </a:lvl9pPr>
    </p:bodyStyle>
    <p:otherStyle>
      <a:lvl1pPr xmlns:a="http://schemas.openxmlformats.org/drawingml/2006/main" marL="0" marR="0" indent="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11429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228594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342891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457189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571486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685783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800080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914377" algn="ctr" defTabSz="410755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4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7_Office Theme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8_Office Theme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3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6.xml><?xml version="1.0" encoding="utf-8"?>
<a:theme xmlns:a="http://schemas.openxmlformats.org/drawingml/2006/main" name="32_Office Theme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6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8.xml><?xml version="1.0" encoding="utf-8"?>
<a:theme xmlns:a="http://schemas.openxmlformats.org/drawingml/2006/main" name="7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9.xml><?xml version="1.0" encoding="utf-8"?>
<a:theme xmlns:a="http://schemas.openxmlformats.org/drawingml/2006/main" name="Black">
  <a:themeElements>
    <a:clrScheme name="Black">
      <a:dk1>
        <a:srgbClr val="FF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e9950b807f43a4" /><Relationship Type="http://schemas.openxmlformats.org/officeDocument/2006/relationships/notesSlide" Target="/ppt/notesSlides/notesSlide1.xml" Id="Rf49d4dca5f4646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5218480eddc14857" /><Relationship Type="http://schemas.openxmlformats.org/officeDocument/2006/relationships/notesSlide" Target="/ppt/notesSlides/notesSlide2.xml" Id="R4e99b513904f46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bec4cda57b942e9" /><Relationship Type="http://schemas.openxmlformats.org/officeDocument/2006/relationships/notesSlide" Target="/ppt/notesSlides/notesSlide3.xml" Id="R21c2dadb5d7c4e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04e13148cd14331" /><Relationship Type="http://schemas.openxmlformats.org/officeDocument/2006/relationships/notesSlide" Target="/ppt/notesSlides/notesSlide4.xml" Id="Re53af0de238449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25979b7bda34c2f" /><Relationship Type="http://schemas.openxmlformats.org/officeDocument/2006/relationships/notesSlide" Target="/ppt/notesSlides/notesSlide5.xml" Id="R74ca481a384646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7fa6e85a40404a0a" /><Relationship Type="http://schemas.openxmlformats.org/officeDocument/2006/relationships/notesSlide" Target="/ppt/notesSlides/notesSlide6.xml" Id="R5fc3e19653b243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018a50ce5f64894" /><Relationship Type="http://schemas.openxmlformats.org/officeDocument/2006/relationships/notesSlide" Target="/ppt/notesSlides/notesSlide7.xml" Id="Rdd5d81544a3b42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c17756547c74572" /><Relationship Type="http://schemas.openxmlformats.org/officeDocument/2006/relationships/notesSlide" Target="/ppt/notesSlides/notesSlide8.xml" Id="R1b0b98bc09dc4c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75ae0cbcec843d2" /><Relationship Type="http://schemas.openxmlformats.org/officeDocument/2006/relationships/notesSlide" Target="/ppt/notesSlides/notesSlide9.xml" Id="R5c2f83f2e77846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135E90D-19AE-4A7A-AE32-416527F8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370" y="2563137"/>
            <a:ext cx="7338391" cy="9523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B2545"/>
                </a:solidFill>
              </a:defRPr>
            </a:pPr>
            <a:r>
              <a:rPr sz="4500" b="1">
                <a:solidFill>
                  <a:schemeClr val="bg1"/>
                </a:solidFill>
              </a:rPr>
              <a:t>APAC Company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A56071-E12C-4236-AF35-CFC4AF3F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815" y="3723282"/>
            <a:ext cx="5905500" cy="514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500" b="1">
                <a:solidFill>
                  <a:srgbClr val="0B2545"/>
                </a:solidFill>
              </a:defRPr>
            </a:pPr>
            <a:r>
              <a:rPr sz="2000" b="1">
                <a:solidFill>
                  <a:schemeClr val="bg1"/>
                </a:solidFill>
              </a:rPr>
              <a:t>Introduction
Regional footprint, business units &amp; IT teams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9291908-44E1-47BE-94A5-14D585F0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APAC COMPANY INTRODUCTION  /  TRAINING</a:t>
            </a:r>
          </a:p>
        </p:txBody>
      </p:sp>
    </p:spTree>
    <p:extLst>
      <p:ext uri="{BB962C8B-B14F-4D97-AF65-F5344CB8AC3E}">
        <p14:creationId xmlns:p14="http://schemas.microsoft.com/office/powerpoint/2010/main" val="5867232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8CBED8-2167-4372-8E78-9EC26FB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01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8954C78-49AB-4A34-BCAA-3253C700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119DF199-2C6F-4A3E-9CB6-062B05AC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AEC1B6-1539-4347-A216-DB3FAD0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2FB2849-3399-4895-98E4-4B5B8C2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RHQ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64A061-22E6-451A-B926-418BE6E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APAC Regional Headquarters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6A28DE1B-BCD2-487F-A165-6A8B928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570B63-0AC3-4E1B-B41B-8B98FFC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53BD0A2-4364-4168-BF7D-F4FF339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Location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5A350FC-1016-4537-BB75-88F91ED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Shanghai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1A3FBFE-77A9-43B3-AA81-B4658BB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16AED61-7AB2-40D6-8B87-07DCE46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E15E7A0-65EE-4979-81E3-83EBDED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Commercial role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76A3DA9-4D4E-4A1D-BDA6-5C0A384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Primary selling company for East China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E4A4CA6-B1AA-4980-959C-8D36878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8E1977-CB70-449A-857B-96A86DE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520E82-7884-45B5-A74D-8CCEAED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RHQ photo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40A7B9E-8625-424B-A356-FE9E9DA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Reserved for manual photo insertion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F791C06-8C1B-4727-BBEF-A6ED0B1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Add an RHQ photograph in the reserved panel before presenting.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CD2C6E6-6AB1-4559-92A1-6A7F8A7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APAC COMPANY INTRODUCTION  /  TRAINING</a:t>
            </a:r>
          </a:p>
        </p:txBody>
      </p:sp>
      <p:sp>
        <p:nvSpPr>
          <p:cNvPr id="24" name="Title 23">
            <a:extLst xmlns:a="http://schemas.openxmlformats.org/drawingml/2006/main">
              <a:ext uri="{FF2B5EF4-FFF2-40B4-BE49-F238E27FC236}">
                <a16:creationId xmlns:a16="http://schemas.microsoft.com/office/drawing/2014/main" id="{2FB372BD-FF56-CFF2-F0A6-D614C7BD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46" y="3176"/>
            <a:ext cx="10262541" cy="1216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algn="l" defTabSz="685783">
              <a:lnSpc>
                <a:spcPct val="90000"/>
              </a:lnSpc>
              <a:spcBef>
                <a:spcPct val="0"/>
              </a:spcBef>
              <a:buNone/>
              <a:defRPr sz="3200" b="1" i="0" kern="120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2400"/>
              <a:t>APAC RHQ is based in Shanghai</a:t>
            </a:r>
          </a:p>
        </p:txBody>
      </p:sp>
    </p:spTree>
    <p:extLst>
      <p:ext uri="{BB962C8B-B14F-4D97-AF65-F5344CB8AC3E}">
        <p14:creationId xmlns:p14="http://schemas.microsoft.com/office/powerpoint/2010/main" val="134525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64DA4B-52CE-44BB-8133-D04DC95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02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06EB25B8-5321-4278-B3CB-C44640D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AF6253-394C-48BE-8783-2A69DFC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A95F2B-693D-45FE-8031-6EDB5D8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Locale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2D6878-2B72-40AF-9EC1-2204219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3B71219-E3E2-49CF-84DA-80E763E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Plants and ERP codes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031392-16FE-454D-87E6-18AF26B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57B33C-029F-4213-A2AE-5B3A639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Operating role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9D16DB1-AA29-460A-9563-82201095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8A96A1-FB73-4CF0-8C1A-866595E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China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5FD89C-94CD-4149-A997-7ABF72B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717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866CB0A-D96F-49DE-A37D-E1E4F18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Malu (SWSHM) • Nantong (SWNT)
Huarun (SWHRM) • Foshan (SWFSM)
Guangdong (SWGPM)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739BE2F-1158-4181-A87F-136D8375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717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4BE550B-D1F4-4C3A-90F1-9A2A020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860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Principal production location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EAA24A8-F9EE-4C01-BC02-2D9CA5B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1B45465-9AFF-486A-AA73-176620B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Vietnam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7648E2D-7741-436E-9807-C15576E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05949F3-B9AB-487E-8FEC-C65C6A5C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99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Binh Duong (SWVN) • Dong Nai (SWVTN)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1A2D7D-37D3-47C7-81F3-EC1F7D2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956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23CC6D0-8A67-438A-9A46-11ED508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099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Principal production location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5B07B2B-79F2-4367-B49C-18289F70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05A1273-8E02-4C89-8B7D-2FB9E52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Malaysia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FB382E-466E-4EFE-A82D-B90BCF95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195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A3FDDC1-C19C-48D5-944D-11A612F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Selanger (SWMY)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45DBDB0-1193-4015-8DEC-967221E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195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49642F5-B93E-468B-8090-2A055BE6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338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Principal production location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8D25032-326E-45C1-B791-4B7453B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509CE32-3B69-402E-8400-C74B157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Singapore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B7016F5-E0B4-4638-95C4-EA44B70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434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0CFF89-09E6-4856-A410-8069135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Singapore (SWSGD)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7333EEC-4768-46D0-905C-F36CA73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434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FC45159-1534-436F-9794-B8C9A60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577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Principal production location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29982D6-32DE-4392-831A-5684618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China, Vietnam, Malaysia and Singapore are the four principal production locations.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522A5E5-C297-4F76-8E42-DCA6A2D1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APAC COMPANY INTRODUCTION  /  TRAINING</a:t>
            </a:r>
          </a:p>
        </p:txBody>
      </p:sp>
      <p:sp>
        <p:nvSpPr>
          <p:cNvPr id="38" name="Title 23">
            <a:extLst xmlns:a="http://schemas.openxmlformats.org/drawingml/2006/main">
              <a:ext uri="{FF2B5EF4-FFF2-40B4-BE49-F238E27FC236}">
                <a16:creationId xmlns:a16="http://schemas.microsoft.com/office/drawing/2014/main" id="{AFDA9FF0-AC78-66DC-2178-A63A7EF36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Principal production locations and plants</a:t>
            </a:r>
          </a:p>
        </p:txBody>
      </p:sp>
    </p:spTree>
    <p:extLst>
      <p:ext uri="{BB962C8B-B14F-4D97-AF65-F5344CB8AC3E}">
        <p14:creationId xmlns:p14="http://schemas.microsoft.com/office/powerpoint/2010/main" val="85686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6E1F7AF-6B6F-47B1-A0F0-AF9C6B02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03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3081ED6C-E049-4F8B-B54F-48E4716B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DA76CD3-86A4-4152-8450-07650F20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ED42DB-DDD6-480B-98D8-3CAA7C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Locale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EC0C1E-E410-48E5-B9E9-18612B3B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8DC0E6B-7BA6-4419-885C-F8660FD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Activity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D046901-4A14-49F7-A827-8F1F335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ADEDE34-5FD0-4824-9298-2481EA41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Operating model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5B060B6-AEAB-4DB8-9945-F8439E3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122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5A4EBA2-6BA2-4805-BC43-88723BE7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9552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Indonesia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576DF0A-BD73-4D58-BCEF-EA5AABDF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8122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AAB554D-25D1-4FE9-B9B4-FF7ECE7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9552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Production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4AC5C07-16EA-4B8B-B081-9DE4B67C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8122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9469656-FFBC-4153-A691-493C8C2D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9552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Repack / relabel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A802171-7A94-4C4B-8F7B-AD51962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1465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4905193-4E4B-4A26-9174-5876273F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Thailand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736A220-BA8A-4CE2-9DCD-F95DEBF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1465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70EB478-893A-4E37-BACB-E346B32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Production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058CEC5-10CE-4811-838D-5AD95BF4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91465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A20FE53-514C-4B04-9C6B-7B775A3F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2895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Repack / relabel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F2894BB-4B71-4B1C-B10E-20E8A8D6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48075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082E1C0-7193-4A1D-B78B-370C6793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ANZ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61D302-E471-45BA-BC2B-7ADA209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48075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9D8B8E-5305-4F86-A1F0-B33E114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62375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Production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42D2227-543D-4700-AD95-255C18B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48075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3A551D74-9211-4331-813C-69FF704F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62375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Repack / relabel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142A97E-6B0E-4F06-BFC1-A24791A6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81500"/>
            <a:ext cx="21907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7ECAA5-6CB3-4C6C-AE8F-397ECAC3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95800"/>
            <a:ext cx="1962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Hong Kong • Taiwan
South Korea • Japan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9243D3E-889A-44DB-A7E1-5D8E00B4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81500"/>
            <a:ext cx="30956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1F966510-4C46-4B1E-B39C-860B34C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95800"/>
            <a:ext cx="28670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Trade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30A5258-0451-4AA7-B281-BF4DCC8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81500"/>
            <a:ext cx="60483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C0614DBD-6F72-49AD-8462-F0F102FC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95800"/>
            <a:ext cx="58197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Primarily trade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527CB9C3-453D-4FE8-A482-6139398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This distinguishes the broader commercial footprint from the principal production network.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E5D806F7-CA9E-46DB-A929-FFE25EDD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APAC COMPANY INTRODUCTION  /  TRAINING</a:t>
            </a:r>
          </a:p>
        </p:txBody>
      </p:sp>
      <p:sp>
        <p:nvSpPr>
          <p:cNvPr id="38" name="Title 23">
            <a:extLst xmlns:a="http://schemas.openxmlformats.org/drawingml/2006/main">
              <a:ext uri="{FF2B5EF4-FFF2-40B4-BE49-F238E27FC236}">
                <a16:creationId xmlns:a16="http://schemas.microsoft.com/office/drawing/2014/main" id="{211FF282-6499-A51A-3E31-12E27898C2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Other locales have repack, relabel or trade roles</a:t>
            </a:r>
          </a:p>
        </p:txBody>
      </p:sp>
    </p:spTree>
    <p:extLst>
      <p:ext uri="{BB962C8B-B14F-4D97-AF65-F5344CB8AC3E}">
        <p14:creationId xmlns:p14="http://schemas.microsoft.com/office/powerpoint/2010/main" val="5178127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BBFF45-B4C9-4C97-86AB-D65D652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04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D5D990DD-66CD-4578-BFCB-9325CE8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95A5CD-6E6A-47EF-A52C-312CF41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2EF1CCC-A995-49C3-886F-BE6137B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Portfolio group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EE2C0CA-5D3C-42A5-B3DD-16D972B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780D2A4-A203-4C82-8145-0CDD41B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Business-unit acronym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AC2584-7CDC-40EF-B36D-E64F3297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B5DB215-9E95-4F9D-844A-3FA98FA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Full business-unit name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596DE6A-A8CE-49DB-9BE7-14258F7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073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7D8A1B6-3126-4CC2-A62E-FBF2799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503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FF0000"/>
                </a:solidFill>
              </a:rPr>
              <a:t>Industrial &amp; general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1D96499-EBD1-4B6B-B45F-E4B2666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073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FA98B0-3B51-4BE3-B017-F803C5E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503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IW (WD) • GI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99F1468-B8B8-43CF-B599-41FCB23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9073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1EDBFB1-FA11-4410-8426-D2B5A25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0503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Industrial Wood • General Industrial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B00772B-E0C6-40A1-98F6-0EA5787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33675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668BDAD-5DDD-4C13-914A-3BCDFF4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Coatings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08A1A2E-FFEA-4412-BDF6-64B272C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33675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015583E-AE1E-4011-BABE-36C4FB7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47975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CL • PKG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17E1992-F292-4236-96AC-B8D8D7E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33675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24F2BC7-1A69-4B62-B1A2-CE7C874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47975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Coil Coating • Packaging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826724C-755C-4092-9E02-1E9FE1E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6613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82FE483-576F-4E8B-93F0-3D6EC38C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0913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Specialty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783581B-3FD3-402F-AD88-3699139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6613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A0C7E6E-DA1E-4402-91BB-E2BBD61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0913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PM • AUTO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5F48C3A-F717-4F8C-991B-C879965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76613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4806CE8-7889-41E3-9EF6-763D3E9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90913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Protective &amp; Marine • Automotive Finishes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DFECA5F-5DFC-493E-9CF1-268782B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6EF9EDF-7229-4AE5-8983-0CB8599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Colorants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8DF66A6-016A-4AB7-814B-0BBF6C2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39CB8BE-2AED-4CAC-9B2E-21BB70C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CCA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12C83C0-C5B1-4236-B3B9-5AE5F60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1955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2972EA7-7A6D-411E-921F-6E74D68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33850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Colorant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1A890BD6-91FF-4F70-81FB-EDB15F1A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248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0C42D69-963F-4E0F-835C-ED64BE8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678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Working practice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FFF2020-4B5C-42E1-A706-08F3B25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248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A33E762-4497-4BC8-9CF7-EB096DB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678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Name the relevant BU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355F70D-6B20-4593-A214-F3FDB05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6248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0E3F376C-9CA3-4C4E-BB2F-F176603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7678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Keep each portfolio context clear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A4796B3-F762-4BD8-9BF3-CDF3412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Business units are separate commercial portfolios.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66CA5DEA-A2C4-46E9-A009-DB7584D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APAC COMPANY INTRODUCTION  /  TRAINING</a:t>
            </a:r>
          </a:p>
        </p:txBody>
      </p:sp>
      <p:sp>
        <p:nvSpPr>
          <p:cNvPr id="44" name="Title 23">
            <a:extLst xmlns:a="http://schemas.openxmlformats.org/drawingml/2006/main">
              <a:ext uri="{FF2B5EF4-FFF2-40B4-BE49-F238E27FC236}">
                <a16:creationId xmlns:a16="http://schemas.microsoft.com/office/drawing/2014/main" id="{59C0CF25-4746-A20E-A2F6-BD5F69497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Business units form distinct commercial portfolios</a:t>
            </a:r>
          </a:p>
        </p:txBody>
      </p:sp>
    </p:spTree>
    <p:extLst>
      <p:ext uri="{BB962C8B-B14F-4D97-AF65-F5344CB8AC3E}">
        <p14:creationId xmlns:p14="http://schemas.microsoft.com/office/powerpoint/2010/main" val="6170206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78CBED8-2167-4372-8E78-9EC26FB7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05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8954C78-49AB-4A34-BCAA-3253C700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119DF199-2C6F-4A3E-9CB6-062B05AC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AEC1B6-1539-4347-A216-DB3FAD03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2FB2849-3399-4895-98E4-4B5B8C2E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Location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64A061-22E6-451A-B926-418BE6E8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North America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6A28DE1B-BCD2-487F-A165-6A8B928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570B63-0AC3-4E1B-B41B-8B98FFC5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53BD0A2-4364-4168-BF7D-F4FF3399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EDI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5A350FC-1016-4537-BB75-88F91ED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Enterprise Data Integration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1A3FBFE-77A9-43B3-AA81-B4658BBA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16AED61-7AB2-40D6-8B87-07DCE465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E15E7A0-65EE-4979-81E3-83EBDED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ETG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76A3DA9-4D4E-4A1D-BDA6-5C0A3849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Enterprise Technology Delivery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E4A4CA6-B1AA-4980-959C-8D36878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2476500" cy="2667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28E1977-CB70-449A-857B-96A86DEE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1450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520E82-7884-45B5-A74D-8CCEAEDB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85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Scope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40A7B9E-8625-424B-A356-FE9E9DAD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57425"/>
            <a:ext cx="20764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75467"/>
                </a:solidFill>
              </a:defRPr>
            </a:pPr>
            <a:r>
              <a:rPr sz="1350" b="0">
                <a:solidFill>
                  <a:srgbClr val="475467"/>
                </a:solidFill>
              </a:rPr>
              <a:t>Global capability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F791C06-8C1B-4727-BBEF-A6ED0B1A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334000"/>
            <a:ext cx="1133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545"/>
                </a:solidFill>
              </a:defRPr>
            </a:pPr>
            <a:r>
              <a:rPr sz="1650" b="1">
                <a:solidFill>
                  <a:srgbClr val="0B2545"/>
                </a:solidFill>
              </a:rPr>
              <a:t>EDI and ETG are the Global IT teams named in this introduction.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CD2C6E6-6AB1-4559-92A1-6A7F8A75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APAC COMPANY INTRODUCTION  /  TRAINING</a:t>
            </a:r>
          </a:p>
        </p:txBody>
      </p:sp>
      <p:sp>
        <p:nvSpPr>
          <p:cNvPr id="24" name="Title 23">
            <a:extLst xmlns:a="http://schemas.openxmlformats.org/drawingml/2006/main">
              <a:ext uri="{FF2B5EF4-FFF2-40B4-BE49-F238E27FC236}">
                <a16:creationId xmlns:a16="http://schemas.microsoft.com/office/drawing/2014/main" id="{2FB372BD-FF56-CFF2-F0A6-D614C7BD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246" y="3176"/>
            <a:ext cx="10262541" cy="12160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algn="l" defTabSz="685783">
              <a:lnSpc>
                <a:spcPct val="90000"/>
              </a:lnSpc>
              <a:spcBef>
                <a:spcPct val="0"/>
              </a:spcBef>
              <a:buNone/>
              <a:defRPr sz="3200" b="1" i="0" kern="1200" spc="0"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rPr sz="2400"/>
              <a:t>Global IT teams are located in North America</a:t>
            </a:r>
          </a:p>
        </p:txBody>
      </p:sp>
    </p:spTree>
    <p:extLst>
      <p:ext uri="{BB962C8B-B14F-4D97-AF65-F5344CB8AC3E}">
        <p14:creationId xmlns:p14="http://schemas.microsoft.com/office/powerpoint/2010/main" val="134525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264DA4B-52CE-44BB-8133-D04DC957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06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06EB25B8-5321-4278-B3CB-C44640D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AF6253-394C-48BE-8783-2A69DFC5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DA95F2B-693D-45FE-8031-6EDB5D81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Location or discipline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2D6878-2B72-40AF-9EC1-22042193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3B71219-E3E2-49CF-84DA-80E763E1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031392-16FE-454D-87E6-18AF26BE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57B33C-029F-4213-A2AE-5B3A639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Introduction reference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9D16DB1-AA29-460A-9563-82201095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D8A96A1-FB73-4CF0-8C1A-866595EB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Shanghai • Shunde
Kuala Lumpur • Vietnam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F5FD89C-94CD-4149-A997-7ABF72B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717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866CB0A-D96F-49DE-A37D-E1E4F18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860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Local IT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739BE2F-1158-4181-A87F-136D8375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717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4BE550B-D1F4-4C3A-90F1-9A2A020C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860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Regional presence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EAA24A8-F9EE-4C01-BC02-2D9CA5B2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956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1B45465-9AFF-486A-AA73-176620B4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99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Business systems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7648E2D-7741-436E-9807-C15576EE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8956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05949F3-B9AB-487E-8FEC-C65C6A5C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099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ERP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1A2D7D-37D3-47C7-81F3-EC1F7D22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8956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23CC6D0-8A67-438A-9A46-11ED508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0099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Local IT capability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5B07B2B-79F2-4367-B49C-18289F70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195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05A1273-8E02-4C89-8B7D-2FB9E520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338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Digital and data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FB382E-466E-4EFE-A82D-B90BCF95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195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A3FDDC1-C19C-48D5-944D-11A612F8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Digital • Datapod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145DBDB0-1193-4015-8DEC-967221E7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195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49642F5-B93E-468B-8090-2A055BE6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7338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Local IT capability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8D25032-326E-45C1-B791-4B7453B4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434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509CE32-3B69-402E-8400-C74B1571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Governance and operations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B7016F5-E0B4-4638-95C4-EA44B702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43400"/>
            <a:ext cx="3095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4D0CFF89-09E6-4856-A410-8069135A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2867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PMO • Infra • Purchase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37333EEC-4768-46D0-905C-F36CA737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43400"/>
            <a:ext cx="6048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FC45159-1534-436F-9794-B8C9A60F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57700"/>
            <a:ext cx="58197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Local IT capability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D29982D6-32DE-4392-831A-5684618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Local IT supports the regional operating model close to APAC markets.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522A5E5-C297-4F76-8E42-DCA6A2D1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APAC COMPANY INTRODUCTION  /  TRAINING</a:t>
            </a:r>
          </a:p>
        </p:txBody>
      </p:sp>
      <p:sp>
        <p:nvSpPr>
          <p:cNvPr id="38" name="Title 23">
            <a:extLst xmlns:a="http://schemas.openxmlformats.org/drawingml/2006/main">
              <a:ext uri="{FF2B5EF4-FFF2-40B4-BE49-F238E27FC236}">
                <a16:creationId xmlns:a16="http://schemas.microsoft.com/office/drawing/2014/main" id="{AFDA9FF0-AC78-66DC-2178-A63A7EF362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Local IT supports APAC markets and operations</a:t>
            </a:r>
          </a:p>
        </p:txBody>
      </p:sp>
    </p:spTree>
    <p:extLst>
      <p:ext uri="{BB962C8B-B14F-4D97-AF65-F5344CB8AC3E}">
        <p14:creationId xmlns:p14="http://schemas.microsoft.com/office/powerpoint/2010/main" val="856860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9AB113-3C80-4762-9518-FFEF1E2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07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5C68DF4F-12EA-4A21-A2DB-B6F7950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C1F9809A-82DD-4B7B-97B2-0AD4A038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92609"/>
            <a:ext cx="44291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2FA755A-6D86-4304-9A65-C63ADC96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492609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B72F2A7-FE7A-4ACD-AA71-1803E73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664059"/>
            <a:ext cx="40290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Asia Delivery Center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993573-0D78-475A-BA2B-C373F5C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940284"/>
            <a:ext cx="411157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Regional delivery hub in Kuala Lumpur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ECBB71C-B482-45FC-8145-46F3451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3827A27-8261-46E1-BED9-1E519A91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509460E-774D-4D86-8FE2-9DD6FFA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ADM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43661F4-FD05-49EF-A0BB-8602BF1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Product / Supplier master-data management</a:t>
            </a:r>
          </a:p>
        </p:txBody>
      </p:sp>
      <p:cxnSp>
        <p:nvCxnSpPr>
          <p:cNvPr id="278" name="Straight Arrow Connector 121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657350" y="2483209"/>
            <a:ext cx="4433888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09102E3A-BB02-44D9-88EA-33E75337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92F345E-A34A-401B-A6A4-9219E71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A60C8DA-2B1B-45B9-864E-E9E05CF5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EDI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7118174-F1A5-466F-8BC5-3BA6F245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Branch of Global EDI</a:t>
            </a:r>
          </a:p>
        </p:txBody>
      </p:sp>
      <p:cxnSp>
        <p:nvCxnSpPr>
          <p:cNvPr id="283" name="Straight Arrow Connector 126"/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4514850" y="2483209"/>
            <a:ext cx="1576388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BAEC1ED5-A3E6-43BA-B7D2-9D7AB807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F4BC7C7-31B1-4FE3-9165-DD959B2D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6AA8101-8244-43AC-B84C-087D7098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ETG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9A23E42-9571-431A-A8A7-9736F4E1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Branch of Global ETG</a:t>
            </a:r>
          </a:p>
        </p:txBody>
      </p:sp>
      <p:cxnSp>
        <p:nvCxnSpPr>
          <p:cNvPr id="288" name="Straight Arrow Connector 131"/>
          <p:cNvCxnSpPr>
            <a:stCxn xmlns:a="http://schemas.openxmlformats.org/drawingml/2006/main" id="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1238" y="2483209"/>
            <a:ext cx="1281112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A246DC29-8DBA-4F50-9997-89F7747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24765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DBEDC06-6469-49C2-984E-649EB118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67125"/>
            <a:ext cx="57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6F7BDCD-6D77-4201-B9CA-F7C656A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385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Regional role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B439037-57A1-4141-A071-306954E8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0050"/>
            <a:ext cx="20764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75467"/>
                </a:solidFill>
              </a:defRPr>
            </a:pPr>
            <a:r>
              <a:rPr sz="1275" b="0">
                <a:solidFill>
                  <a:srgbClr val="475467"/>
                </a:solidFill>
              </a:rPr>
              <a:t>APAC delivery capability</a:t>
            </a:r>
          </a:p>
        </p:txBody>
      </p:sp>
      <p:cxnSp>
        <p:nvCxnSpPr>
          <p:cNvPr id="293" name="Straight Arrow Connector 136"/>
          <p:cNvCxnSpPr>
            <a:stCxn xmlns:a="http://schemas.openxmlformats.org/drawingml/2006/main" id="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1238" y="2483209"/>
            <a:ext cx="4138612" cy="118391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  <a:headEnd type="arrow" w="sm" len="sm"/>
          </a:ln>
        </p:spPr>
      </p:cxn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9F87C96-51E3-44B8-96AC-2193D8E1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ADM was originally named MDM; EDI and ETG are branches of the Global teams.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2BF62EF-7C77-4EDD-B938-499917E2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APAC COMPANY INTRODUCTION  /  TRAINING</a:t>
            </a:r>
          </a:p>
        </p:txBody>
      </p:sp>
      <p:sp>
        <p:nvSpPr>
          <p:cNvPr id="17" name="Title 23">
            <a:extLst xmlns:a="http://schemas.openxmlformats.org/drawingml/2006/main">
              <a:ext uri="{FF2B5EF4-FFF2-40B4-BE49-F238E27FC236}">
                <a16:creationId xmlns:a16="http://schemas.microsoft.com/office/drawing/2014/main" id="{0BA46F30-65C0-165E-B8E5-6225EA0B7F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Asia Delivery Center is based in Kuala Lumpur</a:t>
            </a:r>
          </a:p>
        </p:txBody>
      </p:sp>
    </p:spTree>
    <p:extLst>
      <p:ext uri="{BB962C8B-B14F-4D97-AF65-F5344CB8AC3E}">
        <p14:creationId xmlns:p14="http://schemas.microsoft.com/office/powerpoint/2010/main" val="788300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BBFF45-B4C9-4C97-86AB-D65D652B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475467"/>
                </a:solidFill>
              </a:defRPr>
            </a:pPr>
            <a:r>
              <a:rPr sz="1050" b="0">
                <a:solidFill>
                  <a:srgbClr val="475467"/>
                </a:solidFill>
              </a:rPr>
              <a:t>08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D5D990DD-66CD-4578-BFCB-9325CE8A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155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495A5CD-6E6A-47EF-A52C-312CF417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4780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2EF1CCC-A995-49C3-886F-BE6137B1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Attribute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EE2C0CA-5D3C-42A5-B3DD-16D972B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4780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780D2A4-A203-4C82-8145-0CDD41B6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62100"/>
            <a:ext cx="2905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DAC2584-7CDC-40EF-B36D-E64F3297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44780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B5DB215-9E95-4F9D-844A-3FA98FA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562100"/>
            <a:ext cx="585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Introduction reference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596DE6A-A8CE-49DB-9BE7-14258F75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073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7D8A1B6-3126-4CC2-A62E-FBF27993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503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FF0000"/>
                </a:solidFill>
              </a:rPr>
              <a:t>Location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1D96499-EBD1-4B6B-B45F-E4B2666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9073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7FA98B0-3B51-4BE3-B017-F803C5EB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503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Singapore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99F1468-B8B8-43CF-B599-41FCB23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09073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1EDBFB1-FA11-4410-8426-D2B5A25C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20503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Singapore-based team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B00772B-E0C6-40A1-98F6-0EA57873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33675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668BDAD-5DDD-4C13-914A-3BCDFF4A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Team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08A1A2E-FFEA-4412-BDF6-64B272C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33675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015583E-AE1E-4011-BABE-36C4FB72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47975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PV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17E1992-F292-4236-96AC-B8D8D7EE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733675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24F2BC7-1A69-4B62-B1A2-CE7C874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47975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Product Vision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826724C-755C-4092-9E02-1E9FE1E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76613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282FE483-576F-4E8B-93F0-3D6EC38C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90913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Service focus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783581B-3FD3-402F-AD88-3699139D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6613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A0C7E6E-DA1E-4402-91BB-E2BBD61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90913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Product Vision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5F48C3A-F717-4F8C-991B-C879965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376613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4806CE8-7889-41E3-9EF6-763D3E91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90913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Singapore capability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DFECA5F-5DFC-493E-9CF1-268782B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6EF9EDF-7229-4AE5-8983-0CB8599C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33850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Regional role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88DF66A6-016A-4AB7-814B-0BBF6C2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19550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539CB8BE-2AED-4CAC-9B2E-21BB70CC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33850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APAC IT team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12C83C0-C5B1-4236-B3B9-5AE5F60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019550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A2972EA7-7A6D-411E-921F-6E74D68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133850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Completes this public team introduction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1A890BD6-91FF-4F70-81FB-EDB15F1A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2488"/>
            <a:ext cx="2190750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0C42D69-963F-4E0F-835C-ED64BE8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76788"/>
            <a:ext cx="196215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2545"/>
                </a:solidFill>
              </a:defRPr>
            </a:pPr>
            <a:r>
              <a:rPr sz="1125" b="1">
                <a:solidFill>
                  <a:srgbClr val="0B2545"/>
                </a:solidFill>
              </a:rPr>
              <a:t>Working language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3FFF2020-4B5C-42E1-A706-08F3B25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662488"/>
            <a:ext cx="309562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4A33E762-4497-4BC8-9CF7-EB096DB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76788"/>
            <a:ext cx="286702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PV means Product Vision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355F70D-6B20-4593-A214-F3FDB05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62488"/>
            <a:ext cx="6048375" cy="642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0E3F376C-9CA3-4C4E-BB2F-F176603D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76788"/>
            <a:ext cx="5819775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75467"/>
                </a:solidFill>
              </a:defRPr>
            </a:pPr>
            <a:r>
              <a:rPr sz="1125" b="0">
                <a:solidFill>
                  <a:srgbClr val="475467"/>
                </a:solidFill>
              </a:rPr>
              <a:t>Use the full team name when introducing the organisation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DA4796B3-F762-4BD8-9BF3-CDF3412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2545"/>
                </a:solidFill>
              </a:defRPr>
            </a:pPr>
            <a:r>
              <a:rPr sz="1575" b="1">
                <a:solidFill>
                  <a:srgbClr val="0B2545"/>
                </a:solidFill>
              </a:rPr>
              <a:t>Together, the four IT pages introduce the APAC delivery landscape.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66CA5DEA-A2C4-46E9-A009-DB7584D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475467"/>
                </a:solidFill>
              </a:defRPr>
            </a:pPr>
            <a:r>
              <a:rPr sz="750" b="0">
                <a:solidFill>
                  <a:srgbClr val="475467"/>
                </a:solidFill>
              </a:rPr>
              <a:t>APAC COMPANY INTRODUCTION  /  TRAINING</a:t>
            </a:r>
          </a:p>
        </p:txBody>
      </p:sp>
      <p:sp>
        <p:nvSpPr>
          <p:cNvPr id="44" name="Title 23">
            <a:extLst xmlns:a="http://schemas.openxmlformats.org/drawingml/2006/main">
              <a:ext uri="{FF2B5EF4-FFF2-40B4-BE49-F238E27FC236}">
                <a16:creationId xmlns:a16="http://schemas.microsoft.com/office/drawing/2014/main" id="{59C0CF25-4746-A20E-A2F6-BD5F69497F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9246" y="3176"/>
            <a:ext cx="10262541" cy="121602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/>
              <a:t>Singapore is home to Product Vision</a:t>
            </a:r>
          </a:p>
        </p:txBody>
      </p:sp>
    </p:spTree>
    <p:extLst>
      <p:ext uri="{BB962C8B-B14F-4D97-AF65-F5344CB8AC3E}">
        <p14:creationId xmlns:p14="http://schemas.microsoft.com/office/powerpoint/2010/main" val="617020661"/>
      </p:ext>
    </p:extLst>
  </p:cSld>
</p:sld>
</file>

<file path=ppt/theme/theme1.xml><?xml version="1.0" encoding="utf-8"?>
<a:theme xmlns:a="http://schemas.openxmlformats.org/drawingml/2006/main" name="4_Custom Design">
  <a:themeElements>
    <a:clrScheme name="Thrive 2025">
      <a:dk1>
        <a:srgbClr val="000000"/>
      </a:dk1>
      <a:lt1>
        <a:sysClr val="window" lastClr="FFFFFF"/>
      </a:lt1>
      <a:dk2>
        <a:srgbClr val="464747"/>
      </a:dk2>
      <a:lt2>
        <a:srgbClr val="E7E6E6"/>
      </a:lt2>
      <a:accent1>
        <a:srgbClr val="003DA5"/>
      </a:accent1>
      <a:accent2>
        <a:srgbClr val="3277C8"/>
      </a:accent2>
      <a:accent3>
        <a:srgbClr val="009CA6"/>
      </a:accent3>
      <a:accent4>
        <a:srgbClr val="78BE20"/>
      </a:accent4>
      <a:accent5>
        <a:srgbClr val="80276C"/>
      </a:accent5>
      <a:accent6>
        <a:srgbClr val="003DA5"/>
      </a:accent6>
      <a:hlink>
        <a:srgbClr val="3277C8"/>
      </a:hlink>
      <a:folHlink>
        <a:srgbClr val="78BE2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rive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2026-08-02T23:07:28.4290000Z</dcterms:created>
  <dcterms:modified xsi:type="dcterms:W3CDTF">2026-08-02T23:07:28.4290000Z</dcterms:modified>
</coreProperties>
</file>