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0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05ddb801f4767" /><Relationship Type="http://schemas.openxmlformats.org/officeDocument/2006/relationships/extended-properties" Target="/docProps/app.xml" Id="R28e97b1034374426" /><Relationship Type="http://schemas.openxmlformats.org/officeDocument/2006/relationships/officeDocument" Target="/ppt/presentation.xml" Id="R089bdb3bd92e43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4b7bda4de44ffb"/>
    <p:sldMasterId xmlns:r="http://schemas.openxmlformats.org/officeDocument/2006/relationships" id="2147483652" r:id="R4d3c3751e5d942a1"/>
    <p:sldMasterId xmlns:r="http://schemas.openxmlformats.org/officeDocument/2006/relationships" id="2147483654" r:id="R547af587a5064930"/>
    <p:sldMasterId xmlns:r="http://schemas.openxmlformats.org/officeDocument/2006/relationships" id="2147483656" r:id="Rf9cf8fe601cd460a"/>
    <p:sldMasterId xmlns:r="http://schemas.openxmlformats.org/officeDocument/2006/relationships" id="2147483659" r:id="Rce7600faba2f43e9"/>
    <p:sldMasterId xmlns:r="http://schemas.openxmlformats.org/officeDocument/2006/relationships" id="2147483664" r:id="Raa07b85840704da6"/>
    <p:sldMasterId xmlns:r="http://schemas.openxmlformats.org/officeDocument/2006/relationships" id="2147483667" r:id="R69ade651eac446dd"/>
    <p:sldMasterId xmlns:r="http://schemas.openxmlformats.org/officeDocument/2006/relationships" id="2147483670" r:id="R374c31a472924ca2"/>
  </p:sldMasterIdLst>
  <p:notesMasterIdLst>
    <p:notesMasterId xmlns:r="http://schemas.openxmlformats.org/officeDocument/2006/relationships" r:id="R83d2f2ab6fb04e9a"/>
  </p:notesMasterIdLst>
  <p:sldIdLst>
    <p:sldId xmlns:r="http://schemas.openxmlformats.org/officeDocument/2006/relationships" id="256" r:id="Rdd702e1a9f404f3c"/>
    <p:sldId xmlns:r="http://schemas.openxmlformats.org/officeDocument/2006/relationships" id="257" r:id="R2493a42406534770"/>
    <p:sldId xmlns:r="http://schemas.openxmlformats.org/officeDocument/2006/relationships" id="258" r:id="R2c452b93673a4cd0"/>
    <p:sldId xmlns:r="http://schemas.openxmlformats.org/officeDocument/2006/relationships" id="259" r:id="Rca7775928e24439f"/>
    <p:sldId xmlns:r="http://schemas.openxmlformats.org/officeDocument/2006/relationships" id="260" r:id="Rc0e3dd6e29c24ee8"/>
    <p:sldId xmlns:r="http://schemas.openxmlformats.org/officeDocument/2006/relationships" id="261" r:id="R45afe570e75747c9"/>
    <p:sldId xmlns:r="http://schemas.openxmlformats.org/officeDocument/2006/relationships" id="262" r:id="R6ba0015c94f3484e"/>
    <p:sldId xmlns:r="http://schemas.openxmlformats.org/officeDocument/2006/relationships" id="263" r:id="R389f34c315874f9d"/>
    <p:sldId xmlns:r="http://schemas.openxmlformats.org/officeDocument/2006/relationships" id="264" r:id="R09cc4cff263f4f88"/>
    <p:sldId xmlns:r="http://schemas.openxmlformats.org/officeDocument/2006/relationships" id="265" r:id="R9f83723134714039"/>
    <p:sldId xmlns:r="http://schemas.openxmlformats.org/officeDocument/2006/relationships" id="266" r:id="R2703a114fb604569"/>
    <p:sldId xmlns:r="http://schemas.openxmlformats.org/officeDocument/2006/relationships" id="267" r:id="R6d3963bd2d9646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29b4ab8a504067" /><Relationship Type="http://schemas.openxmlformats.org/officeDocument/2006/relationships/slideMaster" Target="/ppt/slideMasters/slideMaster1.xml" Id="R8c4b7bda4de44ffb" /><Relationship Type="http://schemas.openxmlformats.org/officeDocument/2006/relationships/slideMaster" Target="/ppt/slideMasters/slideMaster2.xml" Id="R4d3c3751e5d942a1" /><Relationship Type="http://schemas.openxmlformats.org/officeDocument/2006/relationships/slideMaster" Target="/ppt/slideMasters/slideMaster3.xml" Id="R547af587a5064930" /><Relationship Type="http://schemas.openxmlformats.org/officeDocument/2006/relationships/slideMaster" Target="/ppt/slideMasters/slideMaster4.xml" Id="Rf9cf8fe601cd460a" /><Relationship Type="http://schemas.openxmlformats.org/officeDocument/2006/relationships/slideMaster" Target="/ppt/slideMasters/slideMaster5.xml" Id="Rce7600faba2f43e9" /><Relationship Type="http://schemas.openxmlformats.org/officeDocument/2006/relationships/slideMaster" Target="/ppt/slideMasters/slideMaster6.xml" Id="Raa07b85840704da6" /><Relationship Type="http://schemas.openxmlformats.org/officeDocument/2006/relationships/slideMaster" Target="/ppt/slideMasters/slideMaster7.xml" Id="R69ade651eac446dd" /><Relationship Type="http://schemas.openxmlformats.org/officeDocument/2006/relationships/slideMaster" Target="/ppt/slideMasters/slideMaster8.xml" Id="R374c31a472924ca2" /><Relationship Type="http://schemas.openxmlformats.org/officeDocument/2006/relationships/notesMaster" Target="/ppt/notesMasters/notesMaster1.xml" Id="R83d2f2ab6fb04e9a" /><Relationship Type="http://schemas.openxmlformats.org/officeDocument/2006/relationships/presProps" Target="/ppt/presProps.xml" Id="Ra851bed952db4654" /><Relationship Type="http://schemas.openxmlformats.org/officeDocument/2006/relationships/viewProps" Target="/ppt/viewProps.xml" Id="Re3c85c8a8ba44423" /><Relationship Type="http://schemas.openxmlformats.org/officeDocument/2006/relationships/tableStyles" Target="/ppt/tableStyles.xml" Id="R7d234c5f01cc4b77" /><Relationship Type="http://schemas.openxmlformats.org/officeDocument/2006/relationships/slide" Target="/ppt/slides/slide1.xml" Id="Rdd702e1a9f404f3c" /><Relationship Type="http://schemas.openxmlformats.org/officeDocument/2006/relationships/slide" Target="/ppt/slides/slide2.xml" Id="R2493a42406534770" /><Relationship Type="http://schemas.openxmlformats.org/officeDocument/2006/relationships/slide" Target="/ppt/slides/slide3.xml" Id="R2c452b93673a4cd0" /><Relationship Type="http://schemas.openxmlformats.org/officeDocument/2006/relationships/slide" Target="/ppt/slides/slide4.xml" Id="Rca7775928e24439f" /><Relationship Type="http://schemas.openxmlformats.org/officeDocument/2006/relationships/slide" Target="/ppt/slides/slide5.xml" Id="Rc0e3dd6e29c24ee8" /><Relationship Type="http://schemas.openxmlformats.org/officeDocument/2006/relationships/slide" Target="/ppt/slides/slide6.xml" Id="R45afe570e75747c9" /><Relationship Type="http://schemas.openxmlformats.org/officeDocument/2006/relationships/slide" Target="/ppt/slides/slide7.xml" Id="R6ba0015c94f3484e" /><Relationship Type="http://schemas.openxmlformats.org/officeDocument/2006/relationships/slide" Target="/ppt/slides/slide8.xml" Id="R389f34c315874f9d" /><Relationship Type="http://schemas.openxmlformats.org/officeDocument/2006/relationships/slide" Target="/ppt/slides/slide9.xml" Id="R09cc4cff263f4f88" /><Relationship Type="http://schemas.openxmlformats.org/officeDocument/2006/relationships/slide" Target="/ppt/slides/slide10.xml" Id="R9f83723134714039" /><Relationship Type="http://schemas.openxmlformats.org/officeDocument/2006/relationships/slide" Target="/ppt/slides/slide11.xml" Id="R2703a114fb604569" /><Relationship Type="http://schemas.openxmlformats.org/officeDocument/2006/relationships/slide" Target="/ppt/slides/slide12.xml" Id="R6d3963bd2d96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0.xml" Id="Rd67ca2f128b248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0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47ee27aaf4413" /><Relationship Type="http://schemas.openxmlformats.org/officeDocument/2006/relationships/notesMaster" Target="/ppt/notesMasters/notesMaster1.xml" Id="Rde16502ffd97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de89d16c84fa7" /><Relationship Type="http://schemas.openxmlformats.org/officeDocument/2006/relationships/notesMaster" Target="/ppt/notesMasters/notesMaster1.xml" Id="Rfe1cf9914c6f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96ea2961c841e2" /><Relationship Type="http://schemas.openxmlformats.org/officeDocument/2006/relationships/notesMaster" Target="/ppt/notesMasters/notesMaster1.xml" Id="R90b426b203ee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eeb20a030f4928" /><Relationship Type="http://schemas.openxmlformats.org/officeDocument/2006/relationships/notesMaster" Target="/ppt/notesMasters/notesMaster1.xml" Id="R0aab0a6c766d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e2d2d1ef074f3a" /><Relationship Type="http://schemas.openxmlformats.org/officeDocument/2006/relationships/notesMaster" Target="/ppt/notesMasters/notesMaster1.xml" Id="R807104a83912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ddda0e4964acb" /><Relationship Type="http://schemas.openxmlformats.org/officeDocument/2006/relationships/notesMaster" Target="/ppt/notesMasters/notesMaster1.xml" Id="R93d8f56de450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ce052ee599499f" /><Relationship Type="http://schemas.openxmlformats.org/officeDocument/2006/relationships/notesMaster" Target="/ppt/notesMasters/notesMaster1.xml" Id="R1a9b0e87b848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3587369dd4a01" /><Relationship Type="http://schemas.openxmlformats.org/officeDocument/2006/relationships/notesMaster" Target="/ppt/notesMasters/notesMaster1.xml" Id="R4be0d141327941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43c8efe39c43cb" /><Relationship Type="http://schemas.openxmlformats.org/officeDocument/2006/relationships/notesMaster" Target="/ppt/notesMasters/notesMaster1.xml" Id="R5941848723f844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9eea8928d4a22" /><Relationship Type="http://schemas.openxmlformats.org/officeDocument/2006/relationships/notesMaster" Target="/ppt/notesMasters/notesMaster1.xml" Id="R82d73a2c9f7f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2b89d4fb64154" /><Relationship Type="http://schemas.openxmlformats.org/officeDocument/2006/relationships/notesMaster" Target="/ppt/notesMasters/notesMaster1.xml" Id="R896bcffeec134c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30d7cad544467c" /><Relationship Type="http://schemas.openxmlformats.org/officeDocument/2006/relationships/notesMaster" Target="/ppt/notesMasters/notesMaster1.xml" Id="R733432f7715b4e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fc2bdfcaf4b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aa46198d14c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4dd81f5b74f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08b5291ebd43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aa9c3aed43c4f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b49294a3f3840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782df19d0404f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2d0185fdbdb44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70568ea2651409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becca4e5e0a4b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1a9071bb86f4ea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cc4e5c912a08439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e0adaa1429654f0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29ad2a4b6134ea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4d12ca779cd1480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9b6b7c8a436e4125" /><Relationship Type="http://schemas.openxmlformats.org/officeDocument/2006/relationships/image" Target="/ppt/media/image.jpeg" Id="R6c3c2d99109d48ce" /></Relationships>
</file>

<file path=ppt/slideLayouts/slideLayout1.xml><?xml version="1.0" encoding="utf-8"?>
<p:sldLayout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58DA7A06-433D-4971-8012-C3EF635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BAE0EE29-5AB5-472C-980E-0EF52EE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4A6DEB2-9FFA-4308-BEDB-5948BF2B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8A627CE1-0D72-4D8A-A54A-58CA813E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8B2ACCA-F6FD-4F91-B3AE-99B3B86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2" y="1589476"/>
            <a:ext cx="10284884" cy="48782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Clr>
                <a:schemeClr val="accent6"/>
              </a:buClr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00000"/>
              </a:lnSpc>
              <a:buClr>
                <a:schemeClr val="accent6"/>
              </a:buClr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00000"/>
              </a:lnSpc>
              <a:buClr>
                <a:schemeClr val="accent6"/>
              </a:buClr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51FA4C-5610-4469-87B2-082FF7D30D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6C48CA4-947B-4398-A6EE-F7EFE48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3" y="2044132"/>
            <a:ext cx="4971384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A4E4F3-E6F0-4B44-B3B5-131FF478204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17316" y="2044132"/>
            <a:ext cx="4971385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3FC7D063-1585-4A87-B8BD-AD9B424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5433"/>
            <a:ext cx="0" cy="5295331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Parallelogram 8">
            <a:extLst xmlns:a="http://schemas.openxmlformats.org/drawingml/2006/main">
              <a:ext uri="{FF2B5EF4-FFF2-40B4-BE49-F238E27FC236}">
                <a16:creationId xmlns:a16="http://schemas.microsoft.com/office/drawing/2014/main" id="{4B0C7434-9420-4414-B379-2CFE49C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2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Parallelogram 9">
            <a:extLst xmlns:a="http://schemas.openxmlformats.org/drawingml/2006/main">
              <a:ext uri="{FF2B5EF4-FFF2-40B4-BE49-F238E27FC236}">
                <a16:creationId xmlns:a16="http://schemas.microsoft.com/office/drawing/2014/main" id="{2C65D497-A3B2-491B-9834-D1A33C8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16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B968E56-695A-4127-A94C-0AE7E80CC5F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B26069ED-A8A3-4919-859C-DC88E7BD4FC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151466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4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55AB4D2-E187-4AF1-A2BC-8A66DE75700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336573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D230A1B7-5C41-4BE3-9F5F-5F6992A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A27680C-8DE7-4106-B92C-CB5943D792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287D2BBF-00C6-4180-8F71-7CE11BC2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12540" y="22569"/>
            <a:ext cx="938364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12801" y="1403351"/>
            <a:ext cx="9383184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A2FB9BA5-779B-4363-BD41-BE1CC27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2_Title Slide">
    <p:bg>
      <p:bgPr>
        <a:blipFill xmlns:a="http://schemas.openxmlformats.org/drawingml/2006/main" rotWithShape="1">
          <a:blip xmlns:r="http://schemas.openxmlformats.org/officeDocument/2006/relationships" r:embed="R6c3c2d99109d48c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3A602E8-A35E-4FDB-86D7-E9D791655E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8189" y="5157216"/>
            <a:ext cx="6083811" cy="17007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1" tIns="121911" rIns="121911" bIns="121911"/>
          <a:lstStyle xmlns:a="http://schemas.openxmlformats.org/drawingml/2006/main">
            <a:lvl1pPr marL="0" indent="0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1pPr>
            <a:lvl2pPr marL="0" indent="171432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2pPr>
            <a:lvl3pPr marL="617159" indent="-274293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3pPr>
            <a:lvl4pPr marL="808184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4pPr>
            <a:lvl5pPr marL="979617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e1a4be74b804e56" /><Relationship Type="http://schemas.openxmlformats.org/officeDocument/2006/relationships/image" Target="/ppt/media/image2.png" Id="Ra81c2c3bbf8d4b87" /><Relationship Type="http://schemas.openxmlformats.org/officeDocument/2006/relationships/theme" Target="/ppt/slideMasters/theme/theme2.xml" Id="R3604c4ba03b24d59" /><Relationship Type="http://schemas.openxmlformats.org/officeDocument/2006/relationships/slideLayout" Target="/ppt/slideLayouts/slideLayout1.xml" Id="R3c2b00cb161943ea" /><Relationship Type="http://schemas.openxmlformats.org/officeDocument/2006/relationships/slideLayout" Target="/ppt/slideLayouts/slideLayout2.xml" Id="R56ef395498934052" /><Relationship Type="http://schemas.openxmlformats.org/officeDocument/2006/relationships/slideLayout" Target="/ppt/slideLayouts/slideLayout3.xml" Id="R325f9190e31544b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3.png" Id="R18ccef9fddb942b4" /><Relationship Type="http://schemas.openxmlformats.org/officeDocument/2006/relationships/theme" Target="/ppt/slideMasters/theme/theme3.xml" Id="Reb03c67fec6f4b3e" /><Relationship Type="http://schemas.openxmlformats.org/officeDocument/2006/relationships/slideLayout" Target="/ppt/slideLayouts/slideLayout4.xml" Id="R9de3597c468e4af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4.png" Id="R995ac9a6689b4063" /><Relationship Type="http://schemas.openxmlformats.org/officeDocument/2006/relationships/theme" Target="/ppt/slideMasters/theme/theme4.xml" Id="Rf580833d1b724e02" /><Relationship Type="http://schemas.openxmlformats.org/officeDocument/2006/relationships/slideLayout" Target="/ppt/slideLayouts/slideLayout5.xml" Id="R1c69d73d1468407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1be17c8a62e94a2e" /><Relationship Type="http://schemas.openxmlformats.org/officeDocument/2006/relationships/image" Target="/ppt/media/image5.png" Id="Rc4d20bef876d49ed" /><Relationship Type="http://schemas.openxmlformats.org/officeDocument/2006/relationships/theme" Target="/ppt/slideMasters/theme/theme5.xml" Id="R9e23ae08039e4728" /><Relationship Type="http://schemas.openxmlformats.org/officeDocument/2006/relationships/slideLayout" Target="/ppt/slideLayouts/slideLayout6.xml" Id="R9d509bd6b44c4e12" /><Relationship Type="http://schemas.openxmlformats.org/officeDocument/2006/relationships/slideLayout" Target="/ppt/slideLayouts/slideLayout7.xml" Id="R1f57a640f8e84f2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6.png" Id="R9182e0db1c7946e5" /><Relationship Type="http://schemas.openxmlformats.org/officeDocument/2006/relationships/image" Target="/ppt/media/image.png" Id="R06e8459c74e44b61" /><Relationship Type="http://schemas.openxmlformats.org/officeDocument/2006/relationships/image" Target="/ppt/media/image7.png" Id="R8fad057fad4d4958" /><Relationship Type="http://schemas.openxmlformats.org/officeDocument/2006/relationships/theme" Target="/ppt/slideMasters/theme/theme6.xml" Id="Rf1d2bf00e34e485a" /><Relationship Type="http://schemas.openxmlformats.org/officeDocument/2006/relationships/slideLayout" Target="/ppt/slideLayouts/slideLayout8.xml" Id="R7c012c52823248da" /><Relationship Type="http://schemas.openxmlformats.org/officeDocument/2006/relationships/slideLayout" Target="/ppt/slideLayouts/slideLayout9.xml" Id="Rdbcde2ef09b74beb" /><Relationship Type="http://schemas.openxmlformats.org/officeDocument/2006/relationships/slideLayout" Target="/ppt/slideLayouts/slideLayout10.xml" Id="R46c02c107b3c47c9" /><Relationship Type="http://schemas.openxmlformats.org/officeDocument/2006/relationships/slideLayout" Target="/ppt/slideLayouts/slideLayout11.xml" Id="R8594dc808c704d46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5.png" Id="R80a2ba1583844dbb" /><Relationship Type="http://schemas.openxmlformats.org/officeDocument/2006/relationships/theme" Target="/ppt/slideMasters/theme/theme7.xml" Id="Re8b8302081594b5c" /><Relationship Type="http://schemas.openxmlformats.org/officeDocument/2006/relationships/slideLayout" Target="/ppt/slideLayouts/slideLayout12.xml" Id="Rc9b091d9e65a48c0" /><Relationship Type="http://schemas.openxmlformats.org/officeDocument/2006/relationships/slideLayout" Target="/ppt/slideLayouts/slideLayout13.xml" Id="R36dde85fb03c474a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ac89c53333c94c2a" /><Relationship Type="http://schemas.openxmlformats.org/officeDocument/2006/relationships/slideLayout" Target="/ppt/slideLayouts/slideLayout14.xml" Id="Rd86dc05e29114877" /><Relationship Type="http://schemas.openxmlformats.org/officeDocument/2006/relationships/slideLayout" Target="/ppt/slideLayouts/slideLayout15.xml" Id="Re41b61594b6c4fd8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952d152fd96a4e13" /><Relationship Type="http://schemas.openxmlformats.org/officeDocument/2006/relationships/slideLayout" Target="/ppt/slideLayouts/slideLayout16.xml" Id="R6e8faddaa906455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a4be74b80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c2c3bbf8d4b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970" y="321009"/>
            <a:ext cx="2660108" cy="76881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b00cb161943ea"/>
    <p:sldLayoutId xmlns:r="http://schemas.openxmlformats.org/officeDocument/2006/relationships" id="2147483650" r:id="R56ef395498934052"/>
    <p:sldLayoutId xmlns:r="http://schemas.openxmlformats.org/officeDocument/2006/relationships" id="2147483651" r:id="R325f9190e31544b6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3044C6-951A-4670-9919-BFF8A4D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984CDD-4254-46C2-8DE6-0CEC191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cef9fddb9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4247" y="1850413"/>
            <a:ext cx="5863507" cy="339404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9de3597c468e4afd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CDC2C4-A46B-455C-98FF-2B8F1CC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4F308BC-3164-43F4-815B-FB6B482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ac9a6689b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2911" y="1856169"/>
            <a:ext cx="5826179" cy="337244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1c69d73d1468407e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17c8a62e9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20bef876d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5943" y="203675"/>
            <a:ext cx="3952093" cy="11422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9d509bd6b44c4e12"/>
    <p:sldLayoutId xmlns:r="http://schemas.openxmlformats.org/officeDocument/2006/relationships" id="2147483658" r:id="R1f57a640f8e84f28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82e0db1c7946e5"/>
          <a:srcRect xmlns:a="http://schemas.openxmlformats.org/drawingml/2006/main" l="34749" t="6173" r="0" b="0"/>
          <a:stretch xmlns:a="http://schemas.openxmlformats.org/drawingml/2006/main"/>
        </p:blipFill>
        <p:spPr>
          <a:xfrm xmlns:a="http://schemas.openxmlformats.org/drawingml/2006/main">
            <a:off x="173906" y="6442211"/>
            <a:ext cx="2051305" cy="177592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CF3B3A-1663-4882-A1AF-AC2EFD1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3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D852E20-910D-408D-A140-031EFC512B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455FD3-1EDA-4D7B-9926-76205BF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1140421"/>
            <a:ext cx="12192000" cy="177591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A7D2DE-9FBF-4AB3-8621-37892B2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6443"/>
            <a:ext cx="12192000" cy="112406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58000">
                <a:srgbClr val="1655BB"/>
              </a:gs>
              <a:gs pos="4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8459c74e4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72" y="6187364"/>
            <a:ext cx="572553" cy="593957"/>
          </a:xfrm>
          <a:prstGeom xmlns:a="http://schemas.openxmlformats.org/drawingml/2006/main" prst="rect">
            <a:avLst/>
          </a:prstGeom>
        </p:spPr>
      </p:pic>
      <p:pic>
        <p:nvPicPr>
          <p:cNvPr id="2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d057fad4d49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2385" y="480394"/>
            <a:ext cx="2401751" cy="22322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7c012c52823248da"/>
    <p:sldLayoutId xmlns:r="http://schemas.openxmlformats.org/officeDocument/2006/relationships" id="2147483661" r:id="Rdbcde2ef09b74beb"/>
    <p:sldLayoutId xmlns:r="http://schemas.openxmlformats.org/officeDocument/2006/relationships" id="2147483662" r:id="R46c02c107b3c47c9"/>
    <p:sldLayoutId xmlns:r="http://schemas.openxmlformats.org/officeDocument/2006/relationships" id="2147483663" r:id="R8594dc808c704d46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7C47BF-F3C7-402D-A965-698FC6F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2ba1583844d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301" y="6148033"/>
            <a:ext cx="2162721" cy="6250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c9b091d9e65a48c0"/>
    <p:sldLayoutId xmlns:r="http://schemas.openxmlformats.org/officeDocument/2006/relationships" id="2147483666" r:id="R36dde85fb03c474a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7CAB2D-9429-451E-AAD0-183A1338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d86dc05e29114877"/>
    <p:sldLayoutId xmlns:r="http://schemas.openxmlformats.org/officeDocument/2006/relationships" id="2147483669" r:id="Re41b61594b6c4fd8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6e8faddaa9064556"/>
  </p:sldLayoutIdLst>
  <p:txStyles>
    <p:title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305586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1pPr>
      <a:lvl2pPr xmlns:a="http://schemas.openxmlformats.org/drawingml/2006/main" marL="52783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2pPr>
      <a:lvl3pPr xmlns:a="http://schemas.openxmlformats.org/drawingml/2006/main" marL="750075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3pPr>
      <a:lvl4pPr xmlns:a="http://schemas.openxmlformats.org/drawingml/2006/main" marL="972320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4pPr>
      <a:lvl5pPr xmlns:a="http://schemas.openxmlformats.org/drawingml/2006/main" marL="1194563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5pPr>
      <a:lvl6pPr xmlns:a="http://schemas.openxmlformats.org/drawingml/2006/main" marL="1416809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1639052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861297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208354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9pPr>
    </p:bodyStyle>
    <p:other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7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8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3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32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6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7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Black">
  <a:themeElements>
    <a:clrScheme name="Black">
      <a:dk1>
        <a:srgbClr val="FF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50973d57df4821" /><Relationship Type="http://schemas.openxmlformats.org/officeDocument/2006/relationships/notesSlide" Target="/ppt/notesSlides/notesSlide1.xml" Id="R51bad451eae34f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25b7c687f8347dd" /><Relationship Type="http://schemas.openxmlformats.org/officeDocument/2006/relationships/notesSlide" Target="/ppt/notesSlides/notesSlide2.xml" Id="R4e10deecc2e2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0939dcf8c9645a2" /><Relationship Type="http://schemas.openxmlformats.org/officeDocument/2006/relationships/notesSlide" Target="/ppt/notesSlides/notesSlide3.xml" Id="R6ce7e7c2243a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057ad04f4364af5" /><Relationship Type="http://schemas.openxmlformats.org/officeDocument/2006/relationships/notesSlide" Target="/ppt/notesSlides/notesSlide4.xml" Id="R4e69ff07179746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413a043e7154a99" /><Relationship Type="http://schemas.openxmlformats.org/officeDocument/2006/relationships/notesSlide" Target="/ppt/notesSlides/notesSlide5.xml" Id="Rb0469851240147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a5076c0d56f4f64" /><Relationship Type="http://schemas.openxmlformats.org/officeDocument/2006/relationships/notesSlide" Target="/ppt/notesSlides/notesSlide6.xml" Id="Rc5ef8ea63b2a42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baeca86cab9424b" /><Relationship Type="http://schemas.openxmlformats.org/officeDocument/2006/relationships/notesSlide" Target="/ppt/notesSlides/notesSlide7.xml" Id="Ra64d65f105cb4b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1b500cfa723463c" /><Relationship Type="http://schemas.openxmlformats.org/officeDocument/2006/relationships/notesSlide" Target="/ppt/notesSlides/notesSlide8.xml" Id="R36948ce3309241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db00a859c734388" /><Relationship Type="http://schemas.openxmlformats.org/officeDocument/2006/relationships/notesSlide" Target="/ppt/notesSlides/notesSlide9.xml" Id="R8247daf29f5e48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ce4af456baa4b5e" /><Relationship Type="http://schemas.openxmlformats.org/officeDocument/2006/relationships/notesSlide" Target="/ppt/notesSlides/notesSlide10.xml" Id="Ra63e10930910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1333fbe0321493d" /><Relationship Type="http://schemas.openxmlformats.org/officeDocument/2006/relationships/notesSlide" Target="/ppt/notesSlides/notesSlide11.xml" Id="Rc8d031b844e44f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3f7f8aa8719406f" /><Relationship Type="http://schemas.openxmlformats.org/officeDocument/2006/relationships/notesSlide" Target="/ppt/notesSlides/notesSlide12.xml" Id="Ra7c90ab34a6543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370" y="2563137"/>
            <a:ext cx="7338391" cy="952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chemeClr val="bg1"/>
                </a:solidFill>
              </a:rPr>
              <a:t>Analytics Architecture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815" y="3723282"/>
            <a:ext cx="5905500" cy="514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0B2545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A governed APAC analytics foundation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75B9B6-2E4F-456B-A2B3-B96D1C3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6372B14A-CDCC-436B-90A7-4459B0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BA3B5F3B-E38B-4AEC-BA5D-1A48BDE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3BD65C-CDD7-4A02-8891-197D25D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D58F99-08FE-498F-ABE9-362ED0D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 / REFINED COAT (RC)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BA1F2F1-6FCA-48C0-9534-ED2D760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Physical tables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Ingest EDI Gold View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Integrate related data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Preserve source keys + audit columns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Establish repeatable load controls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440350D-CD30-4BB3-A935-EB48AF3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D569F0-792B-467C-AD48-77F89F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282E2CF-4132-4662-BF2C-C3C53D9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2 / SEALER COAT (SC)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F7DF99B-58C1-4B0C-95E0-B988A12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Table or view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Correct APAC-specific logic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Apply mappings / enrichment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Record rule owner + version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Use only when complexity justifies it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D180555-0451-4987-BD37-472A218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8A6454-F95D-4415-8BD9-856CAAF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78D6F1F-0F42-41B8-ADB7-D40AA7F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3 / TOPCOAT (TC)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3084B9-EBD8-435B-8D20-5647EC5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Views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Publish star-model semantics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Stabilize consumer contract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Expose governed KPIs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Be the standard consumption source</a:t>
            </a:r>
          </a:p>
        </p:txBody>
      </p:sp>
      <p:cxnSp>
        <p:nvCxnSpPr>
          <p:cNvPr id="150" name="Straight Arrow Connector 85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51" name="Straight Arrow Connector 86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D7720D8-6348-4194-AF68-2C532B7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7D36F60E-A057-31CC-A738-B20EEC70A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DA Refinery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867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73E5C4-94AD-4765-81AC-43EE44F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A233D2B-31AF-4EBD-9C77-B25C289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EC128A-FC1A-4D31-A83F-CA3615F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9" y="1489545"/>
            <a:ext cx="11452197" cy="69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467"/>
                </a:solidFill>
              </a:defRPr>
            </a:pPr>
            <a:r>
              <a:rPr sz="1800" b="1"/>
              <a:t>Global EDI owns the Medallion 3-tier warehouse, Gold View and upstream ETL. APAC owns only local consumption logic and downstream stability.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B4E79E26-86BC-4009-AB6D-49DE71B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A3B6706-5929-43E7-BC8A-B240F1E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59FB69-0402-4736-9D32-656B5CC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Global EDI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12897A-9ED4-4180-8908-F1712D0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Global EDI Medallion warehouse publishes the Gold View as the source contract. APAC does not duplicate upstream ETL.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839345C-D194-4C51-9A0A-3DC332C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DECE19-AF6B-4B64-A72A-358769B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FC49311-D3D9-48FC-B4C7-A8268B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21B18B-22DF-45BA-BA9F-FE5D1DC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Integrates, corrects and semantic-models data through clearly owned coats.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70D8480-D5E3-4B11-AABA-9E42251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BFF795-2C6A-4B21-A261-21F7242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49ECA91-C6E5-4EDB-A4DE-FA5024D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Consumers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06B732-F283-40D7-93FC-7862A83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approved consumption views or semantic models in BI, reports and extensions.</a:t>
            </a:r>
          </a:p>
        </p:txBody>
      </p:sp>
      <p:cxnSp>
        <p:nvCxnSpPr>
          <p:cNvPr id="159" name="Straight Arrow Connector 90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60" name="Straight Arrow Connector 91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DA933D1-56E3-48A5-A909-1A3F7ED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Result: faster local change, traceable quality controls, and insulation from unexpected upstream schema changes.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DC91F54-4F18-4C2A-A229-E48CC45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2" name="Title 21">
            <a:extLst xmlns:a="http://schemas.openxmlformats.org/drawingml/2006/main">
              <a:ext uri="{FF2B5EF4-FFF2-40B4-BE49-F238E27FC236}">
                <a16:creationId xmlns:a16="http://schemas.microsoft.com/office/drawing/2014/main" id="{8A643B7C-D742-D618-90AE-6078FBEC8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810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APAC C</a:t>
            </a:r>
            <a:r>
              <a:rPr sz="2400"/>
              <a:t>onsumption with a stable upstream contract </a:t>
            </a:r>
          </a:p>
        </p:txBody>
      </p:sp>
    </p:spTree>
    <p:extLst>
      <p:ext uri="{BB962C8B-B14F-4D97-AF65-F5344CB8AC3E}">
        <p14:creationId xmlns:p14="http://schemas.microsoft.com/office/powerpoint/2010/main" val="1357088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DD642B-92E2-44B5-9BD3-3CE2DB3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78AF3FF-4873-4DC3-A250-848C94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EB9321EA-4B5B-47EE-AE92-6295580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D1D72F-6F96-4B06-8C39-0B5C24E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47E927-232A-42D1-AEC8-09E02B5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" y="2781300"/>
            <a:ext cx="15261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Gold View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DF28E54-1FC0-41EA-8515-66D061D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Upstream curated contract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3604497-4009-46CD-BF4E-B9EC8F0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94070EB-3FDE-4BF9-A06C-A72CE6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9DD9B9-AB02-4380-A5F6-434B639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Refined Coat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90C08F-5249-4706-9C86-E1B905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RC · Ingest + integrate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937155E-81CA-4AC6-95F0-566EAF6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1CD413-BFF7-4CC4-8F2A-3520A2A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C4A1B47-18DA-48A9-A76C-DCC4929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Sealer Coat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5DED8B-5290-4EC1-AB96-34347FD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SC · Correct + enrich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636D5C98-47EF-4AA7-952D-1A1A22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13BAA4A-5621-4A87-92D5-6897F68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61E79A5-08E6-4D33-92F5-33BB8DC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6D25875-E370-40CE-9472-1022738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TC · Semantic serving views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762E425B-2EC1-4494-955D-17A5E4C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5F87D4-156E-4CFA-8C81-3A3A725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20D39D1-998C-4EF1-AFF8-E7A0CE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Analytics outputs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43ADFC4-4AD7-454E-809F-7E17E1B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1597"/>
            <a:ext cx="1447800" cy="868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Dashboards / reports / extensions</a:t>
            </a:r>
          </a:p>
        </p:txBody>
      </p:sp>
      <p:cxnSp>
        <p:nvCxnSpPr>
          <p:cNvPr id="238" name="Straight Arrow Connector 133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239" name="Straight Arrow Connector 134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339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240" name="Straight Arrow Connector 135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241" name="Straight Arrow Connector 136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678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3DE2603-392B-482C-869F-E0AF073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844919EF-076C-94C6-F9E2-EFE480B11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From EDI Gold View to governed APAC outputs</a:t>
            </a:r>
          </a:p>
        </p:txBody>
      </p:sp>
    </p:spTree>
    <p:extLst>
      <p:ext uri="{BB962C8B-B14F-4D97-AF65-F5344CB8AC3E}">
        <p14:creationId xmlns:p14="http://schemas.microsoft.com/office/powerpoint/2010/main" val="254930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FF0000"/>
                </a:solidFill>
              </a:rPr>
              <a:t>Business source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Oracle EBS / boundary systems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Source document, module and extraction timestamp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Curated entry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EDI Gold 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Approved upstream object and schema version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RC → SC → TC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Mapping, rule version, batch, DQ results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Semantic model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Power BI / Tableau model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Relationships, measures, security roles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Consumer output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 / I / V / E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Dashboard, report or extension ID and release version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Lineage record must </a:t>
            </a:r>
            <a:r>
              <a:rPr sz="1575" b="1">
                <a:solidFill>
                  <a:srgbClr val="0B2545"/>
                </a:solidFill>
              </a:rPr>
              <a:t>include</a:t>
            </a:r>
            <a:r>
              <a:rPr sz="1575" b="1">
                <a:solidFill>
                  <a:srgbClr val="0B2545"/>
                </a:solidFill>
              </a:rPr>
              <a:t> source-to-target mapping • business owner • technical owner • grain • refresh SLA • acceptance evidence.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44" name="Title 23">
            <a:extLst xmlns:a="http://schemas.openxmlformats.org/drawingml/2006/main">
              <a:ext uri="{FF2B5EF4-FFF2-40B4-BE49-F238E27FC236}">
                <a16:creationId xmlns:a16="http://schemas.microsoft.com/office/drawing/2014/main" id="{59C0CF25-4746-A20E-A2F6-BD5F69497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D6A4CE-2307-41FA-B7CA-E6F744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C020CBD7-01A6-4665-BE79-03F91CE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C09EBAF-6401-4243-A224-CAAF5BD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E094E2-0BF4-4B4D-B87F-7B13678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697E74-B6BD-4955-A28D-D21617E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Metric / MET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360B5B-4C55-49C0-BCBD-1C1A4F2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One declared event or snapshot grain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Example: order line, inventory item-location-day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1577CA14-862E-4DD8-8735-FCE5EB2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71D19C4-1ED5-441A-9BCB-6F24240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298B1F-508C-4CCD-8C86-3C40D7B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8618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Customer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E242015-474A-4A78-B3A6-783FB6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226" name="Straight Arrow Connector 121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2057400"/>
            <a:ext cx="2857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F88CFB1C-2B9D-4A14-B05D-5F4782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FB7583-6412-4067-99A2-8BBC69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66F3AA7-BC3C-446C-9CE2-110C4B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6573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Product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9061CF-A243-4FC5-8E52-94D888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231" name="Straight Arrow Connector 126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810500" y="2057400"/>
            <a:ext cx="4762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F476F55F-4576-4621-867F-EC4FC5E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159ABCF-83A6-4EA5-A623-DFC5257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9E4A0F-201C-4969-8D22-1A944D2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93926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Calendar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1CA0C71-7348-4598-9197-64AFF0B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236" name="Straight Arrow Connector 131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095750" y="3305175"/>
            <a:ext cx="285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DBE7F562-357E-45F6-932B-E43CA62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5EE4FC5-2415-40C5-B99C-75FD73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8B07092-D6BD-4DD1-8394-1FBFED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5973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Organization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D54E204-4EB1-4BAA-A984-0B10F5A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241" name="Straight Arrow Connector 136"/>
          <p:cNvCxnSpPr>
            <a:stCxn xmlns:a="http://schemas.openxmlformats.org/drawingml/2006/main" id="2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810500" y="3305175"/>
            <a:ext cx="476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3FDDCE2-2EA8-4147-9E2B-A5F4CC8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Use Link / LNK only for legitimate many-to-many relationships. Use Rollup / RUP only for approved reusable aggregation or performance needs.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E9365C0-5663-4A76-86D0-A5B6085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9F160C78-61E7-0396-CFFA-CAB0B3CCC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Star Schema</a:t>
            </a:r>
          </a:p>
        </p:txBody>
      </p:sp>
    </p:spTree>
    <p:extLst>
      <p:ext uri="{BB962C8B-B14F-4D97-AF65-F5344CB8AC3E}">
        <p14:creationId xmlns:p14="http://schemas.microsoft.com/office/powerpoint/2010/main" val="188748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REF  Reference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context; stable descriptive entity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entity/version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MET  Metric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event or periodic / accumulating snapshot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declared grain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LNK  Link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Many-to-many association with explicit allocation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association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RUP  Rollup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Reusable approved aggregation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aggregation grain + period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Name pattern: SW</a:t>
            </a:r>
            <a:r>
              <a:rPr sz="1575" b="1">
                <a:solidFill>
                  <a:srgbClr val="0B2545"/>
                </a:solidFill>
              </a:rPr>
              <a:t>_</a:t>
            </a:r>
            <a:r>
              <a:rPr sz="1575" b="1">
                <a:solidFill>
                  <a:srgbClr val="0B2545"/>
                </a:solidFill>
              </a:rPr>
              <a:t>APAC_&lt;SUBJECT&gt;_&lt;OBJECT&gt;_&lt;REF|MET|LNK|RUP&gt;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AFDA9FF0-AC78-66DC-2178-A63A7EF36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Tables &amp; Views 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64059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TOPCOAT + SEMANTIC MODEL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40284"/>
            <a:ext cx="411157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Stable source contract, conformed references, governed measures and security context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DA-100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Architecture: Gold View, RC/SC, model &amp; lineage</a:t>
            </a:r>
          </a:p>
        </p:txBody>
      </p:sp>
      <p:cxnSp>
        <p:nvCxnSpPr>
          <p:cNvPr id="226" name="Straight Arrow Connector 121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483209"/>
            <a:ext cx="44338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TD-200 | 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Insight: TC, dashboards, measures &amp; workspace</a:t>
            </a:r>
          </a:p>
        </p:txBody>
      </p:sp>
      <p:cxnSp>
        <p:nvCxnSpPr>
          <p:cNvPr id="231" name="Straight Arrow Connector 126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483209"/>
            <a:ext cx="15763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TD-200 | 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Report: columns, layout, history &amp; distribution</a:t>
            </a:r>
          </a:p>
        </p:txBody>
      </p:sp>
      <p:cxnSp>
        <p:nvCxnSpPr>
          <p:cNvPr id="236" name="Straight Arrow Connector 131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483209"/>
            <a:ext cx="12811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TD-200 | 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Extension: access, Power Apps &amp; Power Automate</a:t>
            </a:r>
          </a:p>
        </p:txBody>
      </p:sp>
      <p:cxnSp>
        <p:nvCxnSpPr>
          <p:cNvPr id="241" name="Straight Arrow Connector 136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483209"/>
            <a:ext cx="41386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TD-200 integrates Report, Insight, Validation and Extension design under the DRIVE ID.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0BA46F30-65C0-165E-B8E5-6225EA0B7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Two design documents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DA-100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Architecture Design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Gold View source, RC/SC processing, tables, controls and data foundations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TD-200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Technical Design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purpose and logic; TC source; Report, Insight, Validation and Extension design; UAT and release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DRIVE-###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Enhancement Identifier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Links DA-100 and TD-200; tracks scope, flow, decisions, final screenshot and release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Integrated sections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Integrated R / I / V / E sections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TD-200 contains the applicable requirements, evidence and configuration or code references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DRIVE means Data Architecture, Report, Insight, Validation and Extension; each enhancement uses DA-100 and TD-200 as applicable.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211FF282-6499-A51A-3E31-12E27898C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DA-100, TD-200 and DRIVE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PMO Manager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Set priorities, approve scope and KPI ownership, resolve cross-team decisions.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ERP Consultant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process truth, field meaning, exceptions and acceptance scenarios.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Technical Analyst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Maintains DA-100 / TD-200 design, technical validation and support evidence.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End User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expected result, validate UAT and accept the delivered output.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Change flow: request → impact assessment → design approval → build → reconcile → UAT → release → quarterly review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2FB372BD-FF56-CFF2-F0A6-D614C7B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R</a:t>
            </a:r>
            <a:r>
              <a:rPr sz="2400"/>
              <a:t>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E3988E-934D-45F4-A8E4-CC1DFE9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1FCF1E4-D380-4888-A846-B2D168D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7FCFDD9-1D1F-48B1-92AE-AD18010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747F62E-F8CD-4CA6-B592-B591957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E05C426-3346-45C6-85B3-20C3E2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Confirm subject-area priorities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4731FA-64F6-41C5-8019-587281B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Select the first business domains and name accountable owners.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9BC23E0-7F8E-4593-9AA5-E6BF25E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113CDD3-A6B2-4D21-BE27-9866F9E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52453F-7A7C-4473-BBEB-FFEC0B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4506E5E-CF19-443A-842D-A749B57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Publish consumption foundations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EAA017E-EF97-4AA3-9B0F-1047C19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Create conformed references, first metrics, naming and dictionary.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FFB38A3C-6DF7-4410-BD70-4E670C9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8BBCFDD-0FBE-48DB-9F83-FA30EAD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B841093-2FEA-4429-BD66-457269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88D702-A796-4725-9655-3A440D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Stand up control evidence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89B048-0FEE-4FA8-9573-8E083DE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Implement lineage, quality tests, schema-change checks and security matrix.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4C81BE31-CE8E-462B-A05E-7969E6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244270B2-86D2-4414-BE22-ADD08F3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F79974-6223-41F4-8A01-6D4D182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E86D945-F205-4691-81AB-4BD5B53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Deliver TD-200 pilots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ACF2B1-3D9C-4956-BDDF-6710F86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TD-200 to produce governed reports, insights, validations or extensions.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78EBC06-83CB-46A6-AFA1-6BCE3F2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ACA77C94-856A-4000-B507-5291BBD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704695-9A3C-4A4F-8080-EF4D2DB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276DCCF-12D4-4888-AEE9-661BB1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Operate the portfolio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9332B5C-7331-44C7-AD3F-08DDFFE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Review adoption, quality, backlog and ownership every quarter.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E372609-E399-459A-819A-963BE42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Decision requested: endorse the governed consumption contract and nominate owners for the first subject area.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BF2D5FF-7D25-41D7-8A25-E41B318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2" name="Title 23">
            <a:extLst xmlns:a="http://schemas.openxmlformats.org/drawingml/2006/main">
              <a:ext uri="{FF2B5EF4-FFF2-40B4-BE49-F238E27FC236}">
                <a16:creationId xmlns:a16="http://schemas.microsoft.com/office/drawing/2014/main" id="{2175A5C6-E8E2-79DB-69E5-8D6E957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R</a:t>
            </a:r>
            <a:r>
              <a:rPr sz="2400"/>
              <a:t>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466048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64059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 — DATA ARCHITECTURE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40284"/>
            <a:ext cx="411157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The governed consumption data contract and its lineage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 — REPORT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Structured, periodic business reports</a:t>
            </a:r>
          </a:p>
        </p:txBody>
      </p:sp>
      <p:cxnSp>
        <p:nvCxnSpPr>
          <p:cNvPr id="226" name="Straight Arrow Connector 121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483209"/>
            <a:ext cx="44338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I — INSIGHT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Interactive Power BI / Tableau dashboards</a:t>
            </a:r>
          </a:p>
        </p:txBody>
      </p:sp>
      <p:cxnSp>
        <p:nvCxnSpPr>
          <p:cNvPr id="231" name="Straight Arrow Connector 126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483209"/>
            <a:ext cx="15763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V — VALIDATION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Data quality and schema checks against upstream change</a:t>
            </a:r>
          </a:p>
        </p:txBody>
      </p:sp>
      <p:cxnSp>
        <p:nvCxnSpPr>
          <p:cNvPr id="236" name="Straight Arrow Connector 131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483209"/>
            <a:ext cx="12811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 — EXTENSION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Excel automation, RLS, sync pipelines and related components</a:t>
            </a:r>
          </a:p>
        </p:txBody>
      </p:sp>
      <p:cxnSp>
        <p:nvCxnSpPr>
          <p:cNvPr id="241" name="Straight Arrow Connector 136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483209"/>
            <a:ext cx="41386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DRIVE makes delivery purpose, safeguards and technical scope visible.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0BA46F30-65C0-165E-B8E5-6225EA0B7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Why DRIVE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theme/theme1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2026-08-02T05:55:46.0320000Z</dcterms:created>
  <dcterms:modified xsi:type="dcterms:W3CDTF">2026-08-02T05:55:46.0320000Z</dcterms:modified>
</coreProperties>
</file>